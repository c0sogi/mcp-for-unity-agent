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65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1.bin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D2C311B8-3D03-4ED7-ADCC-9AD4EE86279F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241280" cy="2190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4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4575" b="1" dirty="0">
                <a:solidFill>
                  <a:srgbClr val="FFFFFF"/>
                </a:solidFill>
                <a:latin typeface="Arial" panose="020B0604020202020204" pitchFamily="34" charset="0"/>
                <a:ea typeface="Malgun Gothic"/>
                <a:cs typeface="Malgun Gothic"/>
              </a:rPr>
              <a:t>AI</a:t>
            </a:r>
            <a:r>
              <a:rPr lang="ko-KR" altLang="en-US" sz="4575" dirty="0">
                <a:solidFill>
                  <a:srgbClr val="FFFFFF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가 </a:t>
            </a:r>
            <a:r>
              <a:rPr lang="en-US" altLang="ko-KR" sz="4575" b="1" dirty="0">
                <a:solidFill>
                  <a:srgbClr val="FFFFFF"/>
                </a:solidFill>
                <a:latin typeface="Arial" panose="020B0604020202020204" pitchFamily="34" charset="0"/>
                <a:ea typeface="Malgun Gothic"/>
                <a:cs typeface="Malgun Gothic"/>
              </a:rPr>
              <a:t>Unity</a:t>
            </a:r>
            <a:r>
              <a:rPr lang="ko-KR" altLang="en-US" sz="4575" dirty="0">
                <a:solidFill>
                  <a:srgbClr val="FFFFFF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를 직접 다루게 해보세요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DB5738B-541C-4CD6-932F-47B51D7CA61E}"/>
              </a:ext>
            </a:extLst>
          </p:cNvPr>
          <p:cNvSpPr>
            <a:spLocks noGrp="1"/>
          </p:cNvSpPr>
          <p:nvPr/>
        </p:nvSpPr>
        <p:spPr>
          <a:xfrm>
            <a:off x="685800" y="1743075"/>
            <a:ext cx="1714500" cy="57150"/>
          </a:xfrm>
          <a:prstGeom prst="rect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4E132A7-B11E-4E3F-A76E-6645C72D8384}"/>
              </a:ext>
            </a:extLst>
          </p:cNvPr>
          <p:cNvSpPr>
            <a:spLocks noGrp="1"/>
          </p:cNvSpPr>
          <p:nvPr/>
        </p:nvSpPr>
        <p:spPr>
          <a:xfrm>
            <a:off x="316255" y="345779"/>
            <a:ext cx="374899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>
                <a:solidFill>
                  <a:srgbClr val="DBE4EE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2250" b="1">
                <a:solidFill>
                  <a:srgbClr val="DBE4EE"/>
                </a:solidFill>
                <a:latin typeface="Arial" panose="020B0604020202020204" pitchFamily="34" charset="0"/>
                <a:ea typeface="Malgun Gothic"/>
                <a:cs typeface="Malgun Gothic"/>
              </a:rPr>
              <a:t>MCP</a:t>
            </a:r>
            <a:r>
              <a:rPr lang="ko-KR" altLang="en-US" sz="2250">
                <a:solidFill>
                  <a:srgbClr val="DBE4EE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sz="2250" b="1">
                <a:solidFill>
                  <a:srgbClr val="DBE4EE"/>
                </a:solidFill>
                <a:latin typeface="Arial" panose="020B0604020202020204" pitchFamily="34" charset="0"/>
                <a:ea typeface="Malgun Gothic"/>
                <a:cs typeface="Malgun Gothic"/>
              </a:rPr>
              <a:t>for</a:t>
            </a:r>
            <a:r>
              <a:rPr lang="ko-KR" altLang="en-US" sz="2250">
                <a:solidFill>
                  <a:srgbClr val="DBE4EE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sz="2250" b="1">
                <a:solidFill>
                  <a:srgbClr val="DBE4EE"/>
                </a:solidFill>
                <a:latin typeface="Arial" panose="020B0604020202020204" pitchFamily="34" charset="0"/>
                <a:ea typeface="Malgun Gothic"/>
                <a:cs typeface="Malgun Gothic"/>
              </a:rPr>
              <a:t>Unity</a:t>
            </a:r>
            <a:r>
              <a:rPr lang="ko-KR" altLang="en-US" sz="2250">
                <a:solidFill>
                  <a:srgbClr val="DBE4EE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sz="2250" b="1">
                <a:solidFill>
                  <a:srgbClr val="DBE4EE"/>
                </a:solidFill>
                <a:latin typeface="Arial" panose="020B0604020202020204" pitchFamily="34" charset="0"/>
                <a:ea typeface="Malgun Gothic"/>
                <a:cs typeface="Malgun Gothic"/>
              </a:rPr>
              <a:t>Agent</a:t>
            </a:r>
            <a:endParaRPr lang="en-US" sz="2250" b="1" dirty="0">
              <a:solidFill>
                <a:srgbClr val="DBE4EE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B39B8678-758B-45BE-9D6F-DDC7DB3F2306}"/>
              </a:ext>
            </a:extLst>
          </p:cNvPr>
          <p:cNvSpPr>
            <a:spLocks noGrp="1"/>
          </p:cNvSpPr>
          <p:nvPr/>
        </p:nvSpPr>
        <p:spPr>
          <a:xfrm>
            <a:off x="685537" y="2134623"/>
            <a:ext cx="6860610" cy="3904123"/>
          </a:xfrm>
          <a:prstGeom prst="roundRect">
            <a:avLst>
              <a:gd name="adj" fmla="val 4848"/>
            </a:avLst>
          </a:prstGeom>
          <a:solidFill>
            <a:srgbClr val="222832"/>
          </a:solidFill>
          <a:ln w="9525">
            <a:solidFill>
              <a:srgbClr val="DED8C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3"/>
          <a:srcRect t="6810" b="6810"/>
          <a:stretch>
            <a:fillRect/>
          </a:stretch>
        </p:blipFill>
        <p:spPr>
          <a:xfrm>
            <a:off x="856987" y="2293548"/>
            <a:ext cx="6389270" cy="3587418"/>
          </a:xfrm>
          <a:prstGeom prst="roundRect">
            <a:avLst>
              <a:gd name="adj" fmla="val 4380"/>
            </a:avLst>
          </a:prstGeom>
        </p:spPr>
      </p:pic>
      <p:sp>
        <p:nvSpPr>
          <p:cNvPr id="13" name="화살표: 위로 굽음 12">
            <a:extLst>
              <a:ext uri="{FF2B5EF4-FFF2-40B4-BE49-F238E27FC236}">
                <a16:creationId xmlns:a16="http://schemas.microsoft.com/office/drawing/2014/main" id="{384C3FC0-E554-8FDE-8E33-2D5285021D2D}"/>
              </a:ext>
            </a:extLst>
          </p:cNvPr>
          <p:cNvSpPr/>
          <p:nvPr/>
        </p:nvSpPr>
        <p:spPr>
          <a:xfrm flipH="1">
            <a:off x="8795927" y="4263956"/>
            <a:ext cx="889000" cy="514350"/>
          </a:xfrm>
          <a:prstGeom prst="bentUp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18064DB-B116-6799-7EAB-CA9ADD41C608}"/>
              </a:ext>
            </a:extLst>
          </p:cNvPr>
          <p:cNvSpPr>
            <a:spLocks noGrp="1"/>
          </p:cNvSpPr>
          <p:nvPr/>
        </p:nvSpPr>
        <p:spPr>
          <a:xfrm>
            <a:off x="9684927" y="4438660"/>
            <a:ext cx="1663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>
                <a:solidFill>
                  <a:srgbClr val="DBE4EE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2250">
                <a:solidFill>
                  <a:srgbClr val="DBE4EE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설치 파일</a:t>
            </a:r>
          </a:p>
          <a:p>
            <a:pPr algn="ctr">
              <a:defRPr sz="2250" b="1">
                <a:solidFill>
                  <a:srgbClr val="DBE4EE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400" b="1">
                <a:solidFill>
                  <a:srgbClr val="DBE4E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  <a:sym typeface="Arial" panose="020B0604020202020204" pitchFamily="34" charset="0"/>
              </a:rPr>
              <a:t>(</a:t>
            </a:r>
            <a:r>
              <a:rPr lang="ko-KR" altLang="en-US" sz="1400" dirty="0">
                <a:solidFill>
                  <a:srgbClr val="DBE4EE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더블클릭</a:t>
            </a:r>
            <a:r>
              <a:rPr lang="en-US" altLang="ko-KR" sz="1400" b="1" dirty="0">
                <a:solidFill>
                  <a:srgbClr val="DBE4E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  <a:sym typeface="Arial" panose="020B0604020202020204" pitchFamily="34" charset="0"/>
              </a:rPr>
              <a:t>)</a:t>
            </a:r>
            <a:endParaRPr lang="en-US" sz="1400" b="1" dirty="0">
              <a:solidFill>
                <a:srgbClr val="DBE4EE"/>
              </a:solidFill>
              <a:latin typeface="Arial" panose="020B0604020202020204" pitchFamily="34" charset="0"/>
              <a:ea typeface="Malgun Gothic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aphicFrame>
        <p:nvGraphicFramePr>
          <p:cNvPr id="16" name="개체 15">
            <a:extLst>
              <a:ext uri="{FF2B5EF4-FFF2-40B4-BE49-F238E27FC236}">
                <a16:creationId xmlns:a16="http://schemas.microsoft.com/office/drawing/2014/main" id="{561FC3DC-F751-6A88-61F6-40E335858FF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5409306"/>
              </p:ext>
            </p:extLst>
          </p:nvPr>
        </p:nvGraphicFramePr>
        <p:xfrm>
          <a:off x="7988757" y="2842383"/>
          <a:ext cx="1907710" cy="38631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포장기 셸 개체" showAsIcon="1" r:id="rId4" imgW="381077" imgH="771525" progId="Package">
                  <p:embed/>
                </p:oleObj>
              </mc:Choice>
              <mc:Fallback>
                <p:oleObj name="포장기 셸 개체" showAsIcon="1" r:id="rId4" imgW="381077" imgH="771525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988757" y="2842383"/>
                        <a:ext cx="1907710" cy="38631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249602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>
            <a:extLst>
              <a:ext uri="{FF2B5EF4-FFF2-40B4-BE49-F238E27FC236}">
                <a16:creationId xmlns:a16="http://schemas.microsoft.com/office/drawing/2014/main" id="{A1EDE7EF-7792-4168-801C-9B91B7DEAEF7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10668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3150" dirty="0">
                <a:solidFill>
                  <a:srgbClr val="1F2933"/>
                </a:solidFill>
                <a:latin typeface="Arial" panose="020B0604020202020204" pitchFamily="34" charset="0"/>
                <a:ea typeface="HY견고딕" panose="02030600000101010101" pitchFamily="18" charset="-127"/>
                <a:cs typeface="Malgun Gothic"/>
              </a:rPr>
              <a:t>AI</a:t>
            </a:r>
            <a:r>
              <a:rPr lang="ko-KR" altLang="en-US" sz="3150" dirty="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가 어떻게 </a:t>
            </a:r>
            <a:r>
              <a:rPr lang="en-US" altLang="ko-KR" sz="3150" dirty="0">
                <a:solidFill>
                  <a:srgbClr val="1F2933"/>
                </a:solidFill>
                <a:latin typeface="Arial" panose="020B0604020202020204" pitchFamily="34" charset="0"/>
                <a:ea typeface="HY견고딕" panose="02030600000101010101" pitchFamily="18" charset="-127"/>
                <a:cs typeface="Malgun Gothic"/>
              </a:rPr>
              <a:t>Unity</a:t>
            </a:r>
            <a:r>
              <a:rPr lang="ko-KR" altLang="en-US" sz="3150" dirty="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를 제어할까</a:t>
            </a:r>
            <a:r>
              <a:rPr lang="en-US" altLang="ko-KR" sz="3150" dirty="0">
                <a:solidFill>
                  <a:srgbClr val="1F2933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?</a:t>
            </a:r>
            <a:endParaRPr lang="ko-KR" altLang="en-US" sz="3150" dirty="0">
              <a:solidFill>
                <a:srgbClr val="1F2933"/>
              </a:solidFill>
              <a:latin typeface="Arial" panose="020B0604020202020204" pitchFamily="34" charset="0"/>
              <a:ea typeface="HY견고딕" panose="02030600000101010101" pitchFamily="18" charset="-127"/>
              <a:cs typeface="Arial" panose="020B0604020202020204" pitchFamily="34" charset="0"/>
              <a:sym typeface="HY견고딕" panose="02030600000101010101" pitchFamily="18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724C906-3A16-4D4F-98CD-2A8D4B3CB2D0}"/>
              </a:ext>
            </a:extLst>
          </p:cNvPr>
          <p:cNvSpPr>
            <a:spLocks noGrp="1"/>
          </p:cNvSpPr>
          <p:nvPr/>
        </p:nvSpPr>
        <p:spPr>
          <a:xfrm>
            <a:off x="704850" y="1104900"/>
            <a:ext cx="723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500" b="1" dirty="0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Malgun Gothic"/>
              </a:rPr>
              <a:t>MCP</a:t>
            </a:r>
            <a:r>
              <a:rPr lang="ko-KR" altLang="en-US" sz="150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를 </a:t>
            </a:r>
            <a:r>
              <a:rPr lang="ko-KR" altLang="en-US" sz="150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통해 </a:t>
            </a:r>
            <a:r>
              <a:rPr lang="en-US" altLang="ko-KR" sz="1500" b="1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Malgun Gothic"/>
              </a:rPr>
              <a:t>Unity</a:t>
            </a:r>
            <a:r>
              <a:rPr lang="ko-KR" altLang="en-US" sz="150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에디터에 </a:t>
            </a:r>
            <a:r>
              <a:rPr lang="ko-KR" altLang="en-US" sz="150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직접 접근할 수 있어요</a:t>
            </a:r>
            <a:r>
              <a:rPr lang="en-US" altLang="ko-KR" sz="1500" b="1" dirty="0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  <a:sym typeface="Arial" panose="020B0604020202020204" pitchFamily="34" charset="0"/>
              </a:rPr>
              <a:t>.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B896E26-8AF7-4176-A18D-F02975AD6A49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1143000" cy="57150"/>
          </a:xfrm>
          <a:prstGeom prst="rect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7DB444DA-1512-4E86-B595-8871D12FBDCA}"/>
              </a:ext>
            </a:extLst>
          </p:cNvPr>
          <p:cNvSpPr>
            <a:spLocks noGrp="1"/>
          </p:cNvSpPr>
          <p:nvPr/>
        </p:nvSpPr>
        <p:spPr>
          <a:xfrm>
            <a:off x="628650" y="2266950"/>
            <a:ext cx="2095500" cy="160020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ED8C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E929297B-CEB1-44A7-96DE-33C32087DBC9}"/>
              </a:ext>
            </a:extLst>
          </p:cNvPr>
          <p:cNvSpPr>
            <a:spLocks noGrp="1"/>
          </p:cNvSpPr>
          <p:nvPr/>
        </p:nvSpPr>
        <p:spPr>
          <a:xfrm>
            <a:off x="3505200" y="2266950"/>
            <a:ext cx="2095500" cy="1600200"/>
          </a:xfrm>
          <a:prstGeom prst="roundRect">
            <a:avLst>
              <a:gd name="adj" fmla="val 9524"/>
            </a:avLst>
          </a:prstGeom>
          <a:solidFill>
            <a:srgbClr val="FFF9DB"/>
          </a:solidFill>
          <a:ln w="9525">
            <a:solidFill>
              <a:srgbClr val="DED8C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07A91E37-8BA4-4E92-8311-AC3D0CDEE1CB}"/>
              </a:ext>
            </a:extLst>
          </p:cNvPr>
          <p:cNvSpPr>
            <a:spLocks noGrp="1"/>
          </p:cNvSpPr>
          <p:nvPr/>
        </p:nvSpPr>
        <p:spPr>
          <a:xfrm>
            <a:off x="6381750" y="2266950"/>
            <a:ext cx="2095500" cy="1600200"/>
          </a:xfrm>
          <a:prstGeom prst="roundRect">
            <a:avLst>
              <a:gd name="adj" fmla="val 9524"/>
            </a:avLst>
          </a:prstGeom>
          <a:solidFill>
            <a:srgbClr val="FFF9DB"/>
          </a:solidFill>
          <a:ln w="9525">
            <a:solidFill>
              <a:srgbClr val="DED8C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2A99C20-D4DB-48C4-A51A-0BC6398627D5}"/>
              </a:ext>
            </a:extLst>
          </p:cNvPr>
          <p:cNvSpPr>
            <a:spLocks noGrp="1"/>
          </p:cNvSpPr>
          <p:nvPr/>
        </p:nvSpPr>
        <p:spPr>
          <a:xfrm>
            <a:off x="9258300" y="2266950"/>
            <a:ext cx="2095500" cy="160020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ED8C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78132D5-C695-4E71-B53C-8857FA550032}"/>
              </a:ext>
            </a:extLst>
          </p:cNvPr>
          <p:cNvSpPr>
            <a:spLocks noGrp="1"/>
          </p:cNvSpPr>
          <p:nvPr/>
        </p:nvSpPr>
        <p:spPr>
          <a:xfrm>
            <a:off x="857250" y="2590800"/>
            <a:ext cx="1638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2175" b="1" dirty="0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Malgun Gothic"/>
              </a:rPr>
              <a:t>Codex</a:t>
            </a:r>
            <a:endParaRPr lang="en-US" sz="1090" b="1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DACB409-E131-4D48-B749-A540D790988E}"/>
              </a:ext>
            </a:extLst>
          </p:cNvPr>
          <p:cNvSpPr>
            <a:spLocks noGrp="1"/>
          </p:cNvSpPr>
          <p:nvPr/>
        </p:nvSpPr>
        <p:spPr>
          <a:xfrm>
            <a:off x="857250" y="3143250"/>
            <a:ext cx="1638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500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Y견고딕" panose="02030600000101010101" pitchFamily="18" charset="-127"/>
                <a:cs typeface="Malgun Gothic"/>
              </a:rPr>
              <a:t>MCP</a:t>
            </a:r>
            <a:r>
              <a:rPr lang="ko-KR" altLang="en-US" sz="15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altLang="ko-KR" sz="1500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Y견고딕" panose="02030600000101010101" pitchFamily="18" charset="-127"/>
                <a:cs typeface="Malgun Gothic"/>
              </a:rPr>
              <a:t>Client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D07A11F-BACB-424B-AC27-2B6AD93C7209}"/>
              </a:ext>
            </a:extLst>
          </p:cNvPr>
          <p:cNvSpPr>
            <a:spLocks noGrp="1"/>
          </p:cNvSpPr>
          <p:nvPr/>
        </p:nvSpPr>
        <p:spPr>
          <a:xfrm>
            <a:off x="3733800" y="2590800"/>
            <a:ext cx="1638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2175" b="1" dirty="0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Malgun Gothic"/>
              </a:rPr>
              <a:t>Agent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657397A-AF66-4F28-941A-BC5A9AF6DF98}"/>
              </a:ext>
            </a:extLst>
          </p:cNvPr>
          <p:cNvSpPr>
            <a:spLocks noGrp="1"/>
          </p:cNvSpPr>
          <p:nvPr/>
        </p:nvSpPr>
        <p:spPr>
          <a:xfrm>
            <a:off x="3733800" y="3143250"/>
            <a:ext cx="1638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500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Y견고딕" panose="02030600000101010101" pitchFamily="18" charset="-127"/>
                <a:cs typeface="Malgun Gothic"/>
              </a:rPr>
              <a:t>MCP</a:t>
            </a:r>
            <a:r>
              <a:rPr lang="ko-KR" altLang="en-US" sz="1500" b="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altLang="ko-KR" sz="1500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Y견고딕" panose="02030600000101010101" pitchFamily="18" charset="-127"/>
                <a:cs typeface="Malgun Gothic"/>
              </a:rPr>
              <a:t>Server</a:t>
            </a:r>
            <a:endParaRPr lang="ko-KR" altLang="en-US" sz="1500" dirty="0">
              <a:solidFill>
                <a:schemeClr val="bg1">
                  <a:lumMod val="50000"/>
                </a:schemeClr>
              </a:solidFill>
              <a:latin typeface="HY견고딕" panose="02030600000101010101" pitchFamily="18" charset="-127"/>
              <a:ea typeface="HY견고딕" panose="02030600000101010101" pitchFamily="18" charset="-127"/>
              <a:cs typeface="Malgun Gothic"/>
            </a:endParaRPr>
          </a:p>
          <a:p>
            <a:pPr algn="ctr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500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(</a:t>
            </a:r>
            <a:r>
              <a:rPr lang="ko-KR" altLang="en-US" sz="15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현재 프로그램</a:t>
            </a:r>
            <a:r>
              <a:rPr lang="en-US" altLang="ko-KR" sz="1500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)</a:t>
            </a:r>
            <a:endParaRPr lang="ko-KR" altLang="en-US" sz="1500" b="1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ea typeface="HY견고딕" panose="02030600000101010101" pitchFamily="18" charset="-127"/>
              <a:cs typeface="Arial" panose="020B0604020202020204" pitchFamily="34" charset="0"/>
              <a:sym typeface="HY견고딕" panose="02030600000101010101" pitchFamily="18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003A589-7749-4AE9-BA9D-D31AAEC7351E}"/>
              </a:ext>
            </a:extLst>
          </p:cNvPr>
          <p:cNvSpPr>
            <a:spLocks noGrp="1"/>
          </p:cNvSpPr>
          <p:nvPr/>
        </p:nvSpPr>
        <p:spPr>
          <a:xfrm>
            <a:off x="6610350" y="2514600"/>
            <a:ext cx="1638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2100" b="1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Malgun Gothic"/>
              </a:rPr>
              <a:t>Unity</a:t>
            </a:r>
            <a:endParaRPr lang="ko-KR" altLang="en-US" sz="2100">
              <a:solidFill>
                <a:srgbClr val="1F2933"/>
              </a:solidFill>
              <a:latin typeface="HY견고딕" panose="02030600000101010101" pitchFamily="18" charset="-127"/>
              <a:ea typeface="HY견고딕" panose="02030600000101010101" pitchFamily="18" charset="-127"/>
              <a:cs typeface="Malgun Gothic"/>
            </a:endParaRPr>
          </a:p>
          <a:p>
            <a:pPr algn="ctr">
              <a:defRPr sz="21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210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플러그인</a:t>
            </a:r>
            <a:endParaRPr lang="ko-KR" altLang="en-US" sz="2100" dirty="0">
              <a:solidFill>
                <a:srgbClr val="1F2933"/>
              </a:solidFill>
              <a:latin typeface="HY견고딕" panose="02030600000101010101" pitchFamily="18" charset="-127"/>
              <a:ea typeface="HY견고딕" panose="02030600000101010101" pitchFamily="18" charset="-127"/>
              <a:cs typeface="Malgun Gothic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546606E-AD26-4D2C-9D75-7CAD3423AB53}"/>
              </a:ext>
            </a:extLst>
          </p:cNvPr>
          <p:cNvSpPr>
            <a:spLocks noGrp="1"/>
          </p:cNvSpPr>
          <p:nvPr/>
        </p:nvSpPr>
        <p:spPr>
          <a:xfrm>
            <a:off x="6610350" y="3257550"/>
            <a:ext cx="1638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500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Y견고딕" panose="02030600000101010101" pitchFamily="18" charset="-127"/>
                <a:cs typeface="Malgun Gothic"/>
              </a:rPr>
              <a:t>Unity</a:t>
            </a:r>
            <a:r>
              <a:rPr lang="ko-KR" altLang="en-US" sz="15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altLang="ko-KR" sz="1500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Y견고딕" panose="02030600000101010101" pitchFamily="18" charset="-127"/>
                <a:cs typeface="Malgun Gothic"/>
              </a:rPr>
              <a:t>Package</a:t>
            </a:r>
            <a:endParaRPr lang="ko-KR" altLang="en-US" sz="1500" b="1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ea typeface="HY견고딕" panose="02030600000101010101" pitchFamily="18" charset="-127"/>
              <a:cs typeface="Malgun Gothic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B5FB02F-6868-469B-8296-2A94D1C0E6E6}"/>
              </a:ext>
            </a:extLst>
          </p:cNvPr>
          <p:cNvSpPr>
            <a:spLocks noGrp="1"/>
          </p:cNvSpPr>
          <p:nvPr/>
        </p:nvSpPr>
        <p:spPr>
          <a:xfrm>
            <a:off x="9486900" y="2514600"/>
            <a:ext cx="1638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2100" b="1" dirty="0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Malgun Gothic"/>
              </a:rPr>
              <a:t>Unity</a:t>
            </a:r>
            <a:endParaRPr lang="ko-KR" altLang="en-US" sz="2100" dirty="0">
              <a:solidFill>
                <a:srgbClr val="1F2933"/>
              </a:solidFill>
              <a:latin typeface="HY견고딕" panose="02030600000101010101" pitchFamily="18" charset="-127"/>
              <a:ea typeface="HY견고딕" panose="02030600000101010101" pitchFamily="18" charset="-127"/>
              <a:cs typeface="Malgun Gothic"/>
            </a:endParaRPr>
          </a:p>
          <a:p>
            <a:pPr algn="ctr">
              <a:defRPr sz="21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2100" dirty="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에디터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AC9D673-F4D6-4EAF-86D1-2E6DC6E34D40}"/>
              </a:ext>
            </a:extLst>
          </p:cNvPr>
          <p:cNvSpPr>
            <a:spLocks noGrp="1"/>
          </p:cNvSpPr>
          <p:nvPr/>
        </p:nvSpPr>
        <p:spPr>
          <a:xfrm>
            <a:off x="9486900" y="3257550"/>
            <a:ext cx="1638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500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Y견고딕" panose="02030600000101010101" pitchFamily="18" charset="-127"/>
                <a:cs typeface="Malgun Gothic"/>
              </a:rPr>
              <a:t>Unity</a:t>
            </a:r>
            <a:r>
              <a:rPr lang="ko-KR" altLang="en-US" sz="1500" b="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altLang="ko-KR" sz="1500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Y견고딕" panose="02030600000101010101" pitchFamily="18" charset="-127"/>
                <a:cs typeface="Malgun Gothic"/>
              </a:rPr>
              <a:t>Project</a:t>
            </a:r>
            <a:endParaRPr lang="ko-KR" altLang="en-US" sz="1500" b="1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ea typeface="HY견고딕" panose="02030600000101010101" pitchFamily="18" charset="-127"/>
              <a:cs typeface="Malgun Gothic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AD07D7B-206E-4061-B92A-2FADA212F227}"/>
              </a:ext>
            </a:extLst>
          </p:cNvPr>
          <p:cNvSpPr>
            <a:spLocks noGrp="1"/>
          </p:cNvSpPr>
          <p:nvPr/>
        </p:nvSpPr>
        <p:spPr>
          <a:xfrm>
            <a:off x="2838450" y="2781300"/>
            <a:ext cx="457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3300" b="1">
                <a:solidFill>
                  <a:srgbClr val="2F80ED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2F80ED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  <a:sym typeface="Malgun Gothic" panose="020B0503020000020004" pitchFamily="34" charset="-127"/>
              </a:rPr>
              <a:t>→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0201C33-B879-402F-8FAD-70E0364042EB}"/>
              </a:ext>
            </a:extLst>
          </p:cNvPr>
          <p:cNvSpPr>
            <a:spLocks noGrp="1"/>
          </p:cNvSpPr>
          <p:nvPr/>
        </p:nvSpPr>
        <p:spPr>
          <a:xfrm>
            <a:off x="5715000" y="2781300"/>
            <a:ext cx="457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3300" b="1">
                <a:solidFill>
                  <a:srgbClr val="2F80ED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2F80ED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  <a:sym typeface="Malgun Gothic" panose="020B0503020000020004" pitchFamily="34" charset="-127"/>
              </a:rPr>
              <a:t>→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04B8413-E3CD-4F80-9288-3C2DEE6A4D90}"/>
              </a:ext>
            </a:extLst>
          </p:cNvPr>
          <p:cNvSpPr>
            <a:spLocks noGrp="1"/>
          </p:cNvSpPr>
          <p:nvPr/>
        </p:nvSpPr>
        <p:spPr>
          <a:xfrm>
            <a:off x="8591550" y="2781300"/>
            <a:ext cx="457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3300" b="1">
                <a:solidFill>
                  <a:srgbClr val="2F80ED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2F80ED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  <a:sym typeface="Malgun Gothic" panose="020B0503020000020004" pitchFamily="34" charset="-127"/>
              </a:rPr>
              <a:t>→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C9773E8C-17C2-402F-AB18-652A70CE2920}"/>
              </a:ext>
            </a:extLst>
          </p:cNvPr>
          <p:cNvSpPr>
            <a:spLocks noGrp="1"/>
          </p:cNvSpPr>
          <p:nvPr/>
        </p:nvSpPr>
        <p:spPr>
          <a:xfrm>
            <a:off x="1200150" y="4857750"/>
            <a:ext cx="9791700" cy="838200"/>
          </a:xfrm>
          <a:prstGeom prst="roundRect">
            <a:avLst>
              <a:gd name="adj" fmla="val 18182"/>
            </a:avLst>
          </a:prstGeom>
          <a:solidFill>
            <a:srgbClr val="171A20"/>
          </a:solidFill>
          <a:ln w="0">
            <a:solidFill>
              <a:srgbClr val="171A20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BB707CB-321A-455B-9392-EE281997D329}"/>
              </a:ext>
            </a:extLst>
          </p:cNvPr>
          <p:cNvSpPr>
            <a:spLocks noGrp="1"/>
          </p:cNvSpPr>
          <p:nvPr/>
        </p:nvSpPr>
        <p:spPr>
          <a:xfrm>
            <a:off x="1600200" y="49530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800">
                <a:solidFill>
                  <a:srgbClr val="FFFFFF"/>
                </a:solidFill>
                <a:latin typeface="Arial" panose="020B0604020202020204" pitchFamily="34" charset="0"/>
                <a:ea typeface="HY견고딕" panose="02030600000101010101" pitchFamily="18" charset="-127"/>
                <a:cs typeface="Malgun Gothic"/>
              </a:rPr>
              <a:t>Q</a:t>
            </a:r>
            <a:r>
              <a:rPr lang="en-US" altLang="ko-KR" sz="1800">
                <a:solidFill>
                  <a:srgbClr val="FFFFFF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.</a:t>
            </a:r>
            <a:r>
              <a:rPr lang="ko-KR" altLang="en-US" sz="1800">
                <a:solidFill>
                  <a:srgbClr val="FFFFFF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플러그인은 </a:t>
            </a:r>
            <a:r>
              <a:rPr lang="ko-KR" altLang="en-US" sz="1800" dirty="0">
                <a:solidFill>
                  <a:srgbClr val="FFFFFF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왜 필요한가요</a:t>
            </a:r>
            <a:r>
              <a:rPr sz="1800" b="1" dirty="0">
                <a:solidFill>
                  <a:srgbClr val="FFFFFF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  <a:sym typeface="Malgun Gothic" panose="020B0503020000020004" pitchFamily="34" charset="-127"/>
              </a:rPr>
              <a:t>?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BD7441D-4CD8-43F3-BBDA-10A5FB81091E}"/>
              </a:ext>
            </a:extLst>
          </p:cNvPr>
          <p:cNvSpPr>
            <a:spLocks noGrp="1"/>
          </p:cNvSpPr>
          <p:nvPr/>
        </p:nvSpPr>
        <p:spPr>
          <a:xfrm>
            <a:off x="1600200" y="5295900"/>
            <a:ext cx="9472808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DBE4EE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75" dirty="0">
                <a:solidFill>
                  <a:srgbClr val="DBE4EE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플러그인 패키지를 설치해야 </a:t>
            </a:r>
            <a:r>
              <a:rPr lang="en-US" altLang="ko-KR" sz="1575" b="1" dirty="0">
                <a:solidFill>
                  <a:srgbClr val="DBE4EE"/>
                </a:solidFill>
                <a:latin typeface="Arial" panose="020B0604020202020204" pitchFamily="34" charset="0"/>
                <a:ea typeface="HY견고딕" panose="02030600000101010101" pitchFamily="18" charset="-127"/>
                <a:cs typeface="Malgun Gothic"/>
              </a:rPr>
              <a:t>MCP</a:t>
            </a:r>
            <a:r>
              <a:rPr lang="ko-KR" altLang="en-US" sz="1575" b="0" dirty="0">
                <a:solidFill>
                  <a:srgbClr val="DBE4EE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ko-KR" altLang="en-US" sz="1575" b="0" dirty="0" err="1">
                <a:solidFill>
                  <a:srgbClr val="DBE4EE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서버랑</a:t>
            </a:r>
            <a:r>
              <a:rPr lang="ko-KR" altLang="en-US" sz="1575" b="0" dirty="0">
                <a:solidFill>
                  <a:srgbClr val="DBE4EE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altLang="ko-KR" sz="1575" b="1" dirty="0">
                <a:solidFill>
                  <a:srgbClr val="DBE4EE"/>
                </a:solidFill>
                <a:latin typeface="Arial" panose="020B0604020202020204" pitchFamily="34" charset="0"/>
                <a:ea typeface="HY견고딕" panose="02030600000101010101" pitchFamily="18" charset="-127"/>
                <a:cs typeface="Malgun Gothic"/>
              </a:rPr>
              <a:t>Unity</a:t>
            </a:r>
            <a:r>
              <a:rPr lang="ko-KR" altLang="en-US" sz="1575" dirty="0">
                <a:solidFill>
                  <a:srgbClr val="DBE4EE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에디터를 연결할 수 있어요</a:t>
            </a:r>
            <a:r>
              <a:rPr lang="en-US" altLang="ko-KR" sz="1575" b="1" dirty="0">
                <a:solidFill>
                  <a:srgbClr val="DBE4EE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Arial" panose="020B0604020202020204" pitchFamily="34" charset="0"/>
              </a:rPr>
              <a:t>.</a:t>
            </a:r>
            <a:endParaRPr sz="1575" b="1" dirty="0">
              <a:solidFill>
                <a:srgbClr val="DBE4EE"/>
              </a:solidFill>
              <a:latin typeface="Arial" panose="020B0604020202020204" pitchFamily="34" charset="0"/>
              <a:ea typeface="Malgun Gothic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A476BAE-D634-4532-8B7C-5CB207A4B326}"/>
              </a:ext>
            </a:extLst>
          </p:cNvPr>
          <p:cNvSpPr>
            <a:spLocks noGrp="1"/>
          </p:cNvSpPr>
          <p:nvPr/>
        </p:nvSpPr>
        <p:spPr>
          <a:xfrm>
            <a:off x="685800" y="6362700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8A938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125" b="1" err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McpForUnity</a:t>
            </a:r>
            <a:r>
              <a:rPr lang="ko-KR" altLang="en-US" sz="1125" b="0">
                <a:solidFill>
                  <a:srgbClr val="8A9380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sz="1125" b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Agent</a:t>
            </a:r>
            <a:r>
              <a:rPr lang="ko-KR" altLang="en-US" sz="1125" b="0">
                <a:solidFill>
                  <a:srgbClr val="8A9380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sz="1125" b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Quickstart</a:t>
            </a:r>
            <a:endParaRPr lang="en-US" sz="1125" b="1" dirty="0">
              <a:solidFill>
                <a:srgbClr val="8A938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4A546EA-9FE4-4CDF-84D5-3BD58B50472C}"/>
              </a:ext>
            </a:extLst>
          </p:cNvPr>
          <p:cNvSpPr>
            <a:spLocks noGrp="1"/>
          </p:cNvSpPr>
          <p:nvPr/>
        </p:nvSpPr>
        <p:spPr>
          <a:xfrm>
            <a:off x="10953750" y="63055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8A938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650" b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03</a:t>
            </a:r>
            <a:endParaRPr lang="en-US" sz="1650" b="1" dirty="0">
              <a:solidFill>
                <a:srgbClr val="8A938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88886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F79FCF0-18FB-4E2D-9F7E-C37066879DB1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7524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3150" b="1" dirty="0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Malgun Gothic"/>
              </a:rPr>
              <a:t>1</a:t>
            </a:r>
            <a:r>
              <a:rPr sz="3150" b="1" dirty="0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  <a:sym typeface="Malgun Gothic" panose="020B0503020000020004" pitchFamily="34" charset="-127"/>
              </a:rPr>
              <a:t>.</a:t>
            </a:r>
            <a:r>
              <a:rPr lang="ko-KR" altLang="en-US" sz="3150" dirty="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sz="3150" b="1" dirty="0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Malgun Gothic"/>
              </a:rPr>
              <a:t>Agent</a:t>
            </a:r>
            <a:r>
              <a:rPr lang="ko-KR" altLang="en-US" sz="3150" dirty="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ko-KR" altLang="en-US" sz="3150" dirty="0" err="1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설치</a:t>
            </a:r>
            <a:endParaRPr lang="ko-KR" altLang="en-US" sz="3150" dirty="0">
              <a:solidFill>
                <a:srgbClr val="1F2933"/>
              </a:solidFill>
              <a:latin typeface="HY견고딕" panose="02030600000101010101" pitchFamily="18" charset="-127"/>
              <a:ea typeface="HY견고딕" panose="02030600000101010101" pitchFamily="18" charset="-127"/>
              <a:cs typeface="Malgun Gothic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2011E01-AE37-4C21-B3B1-5F31BDB812DB}"/>
              </a:ext>
            </a:extLst>
          </p:cNvPr>
          <p:cNvSpPr>
            <a:spLocks noGrp="1"/>
          </p:cNvSpPr>
          <p:nvPr/>
        </p:nvSpPr>
        <p:spPr>
          <a:xfrm>
            <a:off x="704850" y="1104900"/>
            <a:ext cx="723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0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작업표시줄 트레이에서 </a:t>
            </a:r>
            <a:r>
              <a:rPr lang="en-US" altLang="ko-KR" sz="1500" b="1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Malgun Gothic"/>
              </a:rPr>
              <a:t>MCP</a:t>
            </a:r>
            <a:r>
              <a:rPr lang="ko-KR" altLang="en-US" sz="150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서버를 </a:t>
            </a:r>
            <a:r>
              <a:rPr lang="ko-KR" altLang="en-US" sz="150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상시 켜놓을 앱 설정이 필요합니다</a:t>
            </a:r>
            <a:r>
              <a:rPr lang="en-US" altLang="ko-KR" sz="1500" b="1" dirty="0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.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458443D-6FF5-4E1C-B71D-5D201BA8588F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1143000" cy="57150"/>
          </a:xfrm>
          <a:prstGeom prst="rect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4B761B9-2F1A-4F0B-A740-0A98AB16B0D9}"/>
              </a:ext>
            </a:extLst>
          </p:cNvPr>
          <p:cNvSpPr>
            <a:spLocks noGrp="1"/>
          </p:cNvSpPr>
          <p:nvPr/>
        </p:nvSpPr>
        <p:spPr>
          <a:xfrm>
            <a:off x="5295900" y="1866900"/>
            <a:ext cx="5905500" cy="3695700"/>
          </a:xfrm>
          <a:prstGeom prst="roundRect">
            <a:avLst>
              <a:gd name="adj" fmla="val 4124"/>
            </a:avLst>
          </a:prstGeom>
          <a:solidFill>
            <a:srgbClr val="FFFDF7"/>
          </a:solidFill>
          <a:ln w="9525">
            <a:solidFill>
              <a:srgbClr val="DED8C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7" name="그림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481648" y="2000250"/>
            <a:ext cx="5534004" cy="3429000"/>
          </a:xfrm>
          <a:prstGeom prst="roundRect">
            <a:avLst>
              <a:gd name="adj" fmla="val 3333"/>
            </a:avLst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58C7246-69ED-4D5B-B793-DAE64DB26868}"/>
              </a:ext>
            </a:extLst>
          </p:cNvPr>
          <p:cNvSpPr>
            <a:spLocks noGrp="1"/>
          </p:cNvSpPr>
          <p:nvPr/>
        </p:nvSpPr>
        <p:spPr>
          <a:xfrm>
            <a:off x="742950" y="2019300"/>
            <a:ext cx="409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650" dirty="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왜 필요한가요</a:t>
            </a:r>
            <a:r>
              <a:rPr lang="en-US" altLang="ko-KR" sz="1650" dirty="0">
                <a:solidFill>
                  <a:srgbClr val="1F2933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?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8F61999-8FF2-4D45-806A-F6D5859E20DF}"/>
              </a:ext>
            </a:extLst>
          </p:cNvPr>
          <p:cNvSpPr>
            <a:spLocks noGrp="1"/>
          </p:cNvSpPr>
          <p:nvPr/>
        </p:nvSpPr>
        <p:spPr>
          <a:xfrm>
            <a:off x="742950" y="234315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350" b="1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Malgun Gothic"/>
              </a:rPr>
              <a:t>Unity</a:t>
            </a:r>
            <a:r>
              <a:rPr lang="ko-KR" altLang="en-US" sz="135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에디터와 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Malgun Gothic"/>
              </a:rPr>
              <a:t>AI</a:t>
            </a: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를 이어줄 수 있는 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Malgun Gothic"/>
              </a:rPr>
              <a:t>MCP</a:t>
            </a: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서버가 백그라운드에서 상시 열려 있어야 합니다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.</a:t>
            </a:r>
            <a:endParaRPr lang="en-US" altLang="ko-KR" sz="1350" b="1" dirty="0">
              <a:solidFill>
                <a:srgbClr val="5F6B7A"/>
              </a:solidFill>
              <a:latin typeface="Arial" panose="020B0604020202020204" pitchFamily="34" charset="0"/>
              <a:ea typeface="Malgun Gothic"/>
              <a:cs typeface="Arial" panose="020B0604020202020204" pitchFamily="34" charset="0"/>
              <a:sym typeface="HY견고딕" panose="02030600000101010101" pitchFamily="18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3BABF2D-6E55-48CD-873D-C1D94A6F5D9D}"/>
              </a:ext>
            </a:extLst>
          </p:cNvPr>
          <p:cNvSpPr>
            <a:spLocks noGrp="1"/>
          </p:cNvSpPr>
          <p:nvPr/>
        </p:nvSpPr>
        <p:spPr>
          <a:xfrm>
            <a:off x="742950" y="3009900"/>
            <a:ext cx="685800" cy="57150"/>
          </a:xfrm>
          <a:prstGeom prst="rect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A9D3B2D-F7F7-4DA4-863E-3FE10875386E}"/>
              </a:ext>
            </a:extLst>
          </p:cNvPr>
          <p:cNvSpPr>
            <a:spLocks noGrp="1"/>
          </p:cNvSpPr>
          <p:nvPr/>
        </p:nvSpPr>
        <p:spPr>
          <a:xfrm>
            <a:off x="742950" y="3352800"/>
            <a:ext cx="323850" cy="323850"/>
          </a:xfrm>
          <a:prstGeom prst="ellipse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79241DE-AC45-469C-93BB-3EFD9726B815}"/>
              </a:ext>
            </a:extLst>
          </p:cNvPr>
          <p:cNvSpPr>
            <a:spLocks noGrp="1"/>
          </p:cNvSpPr>
          <p:nvPr/>
        </p:nvSpPr>
        <p:spPr>
          <a:xfrm>
            <a:off x="742950" y="3362325"/>
            <a:ext cx="323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171A2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425" b="1">
                <a:solidFill>
                  <a:srgbClr val="171A20"/>
                </a:solidFill>
                <a:latin typeface="Arial" panose="020B0604020202020204" pitchFamily="34" charset="0"/>
                <a:ea typeface="Malgun Gothic"/>
                <a:cs typeface="Malgun Gothic"/>
              </a:rPr>
              <a:t>1</a:t>
            </a:r>
            <a:endParaRPr lang="en-US" sz="1425" b="1" dirty="0">
              <a:solidFill>
                <a:srgbClr val="171A2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A66B0E5-58C8-41BC-9C6D-DB67780A9651}"/>
              </a:ext>
            </a:extLst>
          </p:cNvPr>
          <p:cNvSpPr>
            <a:spLocks noGrp="1"/>
          </p:cNvSpPr>
          <p:nvPr/>
        </p:nvSpPr>
        <p:spPr>
          <a:xfrm>
            <a:off x="1200150" y="33337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기본값 유지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0BE92EB-FCA3-45F9-81EF-4D419FAB9F23}"/>
              </a:ext>
            </a:extLst>
          </p:cNvPr>
          <p:cNvSpPr>
            <a:spLocks noGrp="1"/>
          </p:cNvSpPr>
          <p:nvPr/>
        </p:nvSpPr>
        <p:spPr>
          <a:xfrm>
            <a:off x="1200150" y="365760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일단 별 생각 없으면 그대로 놔두세요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.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BB16F9B-BAC0-46D4-900A-789F26E2C5DB}"/>
              </a:ext>
            </a:extLst>
          </p:cNvPr>
          <p:cNvSpPr>
            <a:spLocks noGrp="1"/>
          </p:cNvSpPr>
          <p:nvPr/>
        </p:nvSpPr>
        <p:spPr>
          <a:xfrm>
            <a:off x="742950" y="4019550"/>
            <a:ext cx="323850" cy="323850"/>
          </a:xfrm>
          <a:prstGeom prst="ellipse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6AD76C1-E0F9-4616-B729-D3850A455D9F}"/>
              </a:ext>
            </a:extLst>
          </p:cNvPr>
          <p:cNvSpPr>
            <a:spLocks noGrp="1"/>
          </p:cNvSpPr>
          <p:nvPr/>
        </p:nvSpPr>
        <p:spPr>
          <a:xfrm>
            <a:off x="742950" y="4029075"/>
            <a:ext cx="323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171A2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425" b="1">
                <a:solidFill>
                  <a:srgbClr val="171A20"/>
                </a:solidFill>
                <a:latin typeface="Arial" panose="020B0604020202020204" pitchFamily="34" charset="0"/>
                <a:ea typeface="Malgun Gothic"/>
                <a:cs typeface="Malgun Gothic"/>
              </a:rPr>
              <a:t>2</a:t>
            </a:r>
            <a:endParaRPr lang="en-US" sz="1425" b="1" dirty="0">
              <a:solidFill>
                <a:srgbClr val="171A2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F5CE72A-3976-4EC6-A57E-48731C0D84F0}"/>
              </a:ext>
            </a:extLst>
          </p:cNvPr>
          <p:cNvSpPr>
            <a:spLocks noGrp="1"/>
          </p:cNvSpPr>
          <p:nvPr/>
        </p:nvSpPr>
        <p:spPr>
          <a:xfrm>
            <a:off x="1200150" y="400050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800" b="1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Malgun Gothic"/>
              </a:rPr>
              <a:t>Setup</a:t>
            </a:r>
            <a:r>
              <a:rPr lang="ko-KR" altLang="en-US" sz="180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sz="1800" b="1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Malgun Gothic"/>
              </a:rPr>
              <a:t>Dependencies</a:t>
            </a:r>
            <a:endParaRPr lang="en-US" sz="1800" b="1" dirty="0">
              <a:solidFill>
                <a:srgbClr val="1F2933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C5BF71-4F58-46C3-87E7-5EAF03EA6DBA}"/>
              </a:ext>
            </a:extLst>
          </p:cNvPr>
          <p:cNvSpPr>
            <a:spLocks noGrp="1"/>
          </p:cNvSpPr>
          <p:nvPr/>
        </p:nvSpPr>
        <p:spPr>
          <a:xfrm>
            <a:off x="1200150" y="432435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350" b="1" dirty="0" err="1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Malgun Gothic"/>
              </a:rPr>
              <a:t>uv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  <a:sym typeface="Arial" panose="020B0604020202020204" pitchFamily="34" charset="0"/>
              </a:rPr>
              <a:t>,</a:t>
            </a: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Malgun Gothic"/>
              </a:rPr>
              <a:t>Git</a:t>
            </a: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과 같은 프로그램 설치가 필요해요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  <a:sym typeface="Arial" panose="020B0604020202020204" pitchFamily="34" charset="0"/>
              </a:rPr>
              <a:t>.</a:t>
            </a: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EDBAA7BC-2C27-4082-8291-514EF3FBAABF}"/>
              </a:ext>
            </a:extLst>
          </p:cNvPr>
          <p:cNvSpPr>
            <a:spLocks noGrp="1"/>
          </p:cNvSpPr>
          <p:nvPr/>
        </p:nvSpPr>
        <p:spPr>
          <a:xfrm>
            <a:off x="742950" y="4686300"/>
            <a:ext cx="323850" cy="323850"/>
          </a:xfrm>
          <a:prstGeom prst="ellipse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1ABBAD1-5A20-4506-9720-ABAB95359C1F}"/>
              </a:ext>
            </a:extLst>
          </p:cNvPr>
          <p:cNvSpPr>
            <a:spLocks noGrp="1"/>
          </p:cNvSpPr>
          <p:nvPr/>
        </p:nvSpPr>
        <p:spPr>
          <a:xfrm>
            <a:off x="742950" y="4695825"/>
            <a:ext cx="323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171A2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425" b="1">
                <a:solidFill>
                  <a:srgbClr val="171A20"/>
                </a:solidFill>
                <a:latin typeface="Arial" panose="020B0604020202020204" pitchFamily="34" charset="0"/>
                <a:ea typeface="Malgun Gothic"/>
                <a:cs typeface="Malgun Gothic"/>
              </a:rPr>
              <a:t>3</a:t>
            </a:r>
            <a:endParaRPr lang="en-US" sz="1425" b="1" dirty="0">
              <a:solidFill>
                <a:srgbClr val="171A2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429E51D-7573-4D65-B0D3-68C2CDDA697D}"/>
              </a:ext>
            </a:extLst>
          </p:cNvPr>
          <p:cNvSpPr>
            <a:spLocks noGrp="1"/>
          </p:cNvSpPr>
          <p:nvPr/>
        </p:nvSpPr>
        <p:spPr>
          <a:xfrm>
            <a:off x="1200150" y="46672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설치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B7BC276-0148-43B5-8056-20059AE2BE2F}"/>
              </a:ext>
            </a:extLst>
          </p:cNvPr>
          <p:cNvSpPr>
            <a:spLocks noGrp="1"/>
          </p:cNvSpPr>
          <p:nvPr/>
        </p:nvSpPr>
        <p:spPr>
          <a:xfrm>
            <a:off x="1200150" y="499110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b="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모든 설정이 </a:t>
            </a:r>
            <a:r>
              <a:rPr lang="ko-KR" altLang="en-US" sz="1350" b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끝나면</a:t>
            </a:r>
            <a:r>
              <a:rPr lang="en-US" altLang="ko-KR" sz="1350" b="1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,</a:t>
            </a:r>
            <a:r>
              <a:rPr lang="ko-KR" altLang="en-US" sz="1350" b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이걸 </a:t>
            </a:r>
            <a:r>
              <a:rPr lang="ko-KR" altLang="en-US" sz="1350" b="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눌러 앱을 설치하세요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.</a:t>
            </a:r>
            <a:endParaRPr sz="1350" b="1" dirty="0">
              <a:solidFill>
                <a:srgbClr val="5F6B7A"/>
              </a:solidFill>
              <a:latin typeface="Arial" panose="020B0604020202020204" pitchFamily="34" charset="0"/>
              <a:ea typeface="Malgun Gothic"/>
              <a:cs typeface="Arial" panose="020B0604020202020204" pitchFamily="34" charset="0"/>
              <a:sym typeface="HY견고딕" panose="02030600000101010101" pitchFamily="18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779F6C0-4164-4825-A3C8-DAAC781633F1}"/>
              </a:ext>
            </a:extLst>
          </p:cNvPr>
          <p:cNvSpPr>
            <a:spLocks noGrp="1"/>
          </p:cNvSpPr>
          <p:nvPr/>
        </p:nvSpPr>
        <p:spPr>
          <a:xfrm>
            <a:off x="685800" y="6362700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8A938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125" b="1" err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McpForUnity</a:t>
            </a:r>
            <a:r>
              <a:rPr lang="ko-KR" altLang="en-US" sz="1125" b="0">
                <a:solidFill>
                  <a:srgbClr val="8A9380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sz="1125" b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Agent</a:t>
            </a:r>
            <a:r>
              <a:rPr lang="ko-KR" altLang="en-US" sz="1125" b="0">
                <a:solidFill>
                  <a:srgbClr val="8A9380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sz="1125" b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Quickstart</a:t>
            </a:r>
            <a:endParaRPr lang="en-US" sz="1125" b="1" dirty="0">
              <a:solidFill>
                <a:srgbClr val="8A938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653A6928-3744-4C3D-861E-1E9E1CAF016B}"/>
              </a:ext>
            </a:extLst>
          </p:cNvPr>
          <p:cNvSpPr>
            <a:spLocks noGrp="1"/>
          </p:cNvSpPr>
          <p:nvPr/>
        </p:nvSpPr>
        <p:spPr>
          <a:xfrm>
            <a:off x="10953750" y="63055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8A938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650" b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04</a:t>
            </a:r>
            <a:endParaRPr lang="en-US" sz="1650" b="1" dirty="0">
              <a:solidFill>
                <a:srgbClr val="8A938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039405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A96487B-98D7-4093-A183-EFF1AC59799C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7524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1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3150" b="1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Malgun Gothic"/>
              </a:rPr>
              <a:t>2</a:t>
            </a:r>
            <a:r>
              <a:rPr lang="en-US" altLang="ko-KR" sz="3150" b="1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  <a:sym typeface="Arial" panose="020B0604020202020204" pitchFamily="34" charset="0"/>
              </a:rPr>
              <a:t>.</a:t>
            </a:r>
            <a:r>
              <a:rPr lang="ko-KR" altLang="en-US" sz="315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altLang="ko-KR" sz="3150" b="1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Malgun Gothic"/>
              </a:rPr>
              <a:t>Setup</a:t>
            </a:r>
            <a:r>
              <a:rPr lang="ko-KR" altLang="en-US" sz="315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altLang="ko-KR" sz="3150" b="1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Malgun Gothic"/>
              </a:rPr>
              <a:t>Dependencies</a:t>
            </a:r>
            <a:endParaRPr lang="ko-KR" altLang="en-US" sz="3150" b="1" dirty="0">
              <a:solidFill>
                <a:srgbClr val="1F2933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2D0BDA7-6DEA-4F5F-900B-D9980CEAF206}"/>
              </a:ext>
            </a:extLst>
          </p:cNvPr>
          <p:cNvSpPr>
            <a:spLocks noGrp="1"/>
          </p:cNvSpPr>
          <p:nvPr/>
        </p:nvSpPr>
        <p:spPr>
          <a:xfrm>
            <a:off x="704850" y="1104900"/>
            <a:ext cx="723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0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이 프로그램이 작동하기 위한 필수 프로그램들을 설치합니다</a:t>
            </a:r>
            <a:r>
              <a:rPr lang="en-US" altLang="ko-KR" sz="1500" b="1" dirty="0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  <a:sym typeface="Arial" panose="020B0604020202020204" pitchFamily="34" charset="0"/>
              </a:rPr>
              <a:t>.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5F548C5-228E-40DD-A2F3-E5987B69FD5C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1143000" cy="57150"/>
          </a:xfrm>
          <a:prstGeom prst="rect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45E5E60E-9CF3-442B-BEF9-BAACD7DE1626}"/>
              </a:ext>
            </a:extLst>
          </p:cNvPr>
          <p:cNvSpPr>
            <a:spLocks noGrp="1"/>
          </p:cNvSpPr>
          <p:nvPr/>
        </p:nvSpPr>
        <p:spPr>
          <a:xfrm>
            <a:off x="5200650" y="2190750"/>
            <a:ext cx="5810250" cy="2476500"/>
          </a:xfrm>
          <a:prstGeom prst="roundRect">
            <a:avLst>
              <a:gd name="adj" fmla="val 6154"/>
            </a:avLst>
          </a:prstGeom>
          <a:solidFill>
            <a:srgbClr val="FFFDF7"/>
          </a:solidFill>
          <a:ln w="9525">
            <a:solidFill>
              <a:srgbClr val="DED8C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7" name="그림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334000" y="2582920"/>
            <a:ext cx="5543550" cy="1692161"/>
          </a:xfrm>
          <a:prstGeom prst="roundRect">
            <a:avLst>
              <a:gd name="adj" fmla="val 5172"/>
            </a:avLst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B2E59A-863D-403D-AD8E-CC5F89F317BB}"/>
              </a:ext>
            </a:extLst>
          </p:cNvPr>
          <p:cNvSpPr>
            <a:spLocks noGrp="1"/>
          </p:cNvSpPr>
          <p:nvPr/>
        </p:nvSpPr>
        <p:spPr>
          <a:xfrm>
            <a:off x="742950" y="2019300"/>
            <a:ext cx="409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650" dirty="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왜 필요한가요</a:t>
            </a:r>
            <a:r>
              <a:rPr lang="en-US" altLang="ko-KR" sz="1650" dirty="0">
                <a:solidFill>
                  <a:srgbClr val="1F2933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?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A82F987-CE70-40DE-93E7-44E9F15B1B3E}"/>
              </a:ext>
            </a:extLst>
          </p:cNvPr>
          <p:cNvSpPr>
            <a:spLocks noGrp="1"/>
          </p:cNvSpPr>
          <p:nvPr/>
        </p:nvSpPr>
        <p:spPr>
          <a:xfrm>
            <a:off x="742950" y="234315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이 준비가 빠지면 앱은 설치돼도 연결 서버가 시작되지 않거나 플러그인을 가져오지 못합니다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6127493-841C-4270-9F38-BED1FD7B7F53}"/>
              </a:ext>
            </a:extLst>
          </p:cNvPr>
          <p:cNvSpPr>
            <a:spLocks noGrp="1"/>
          </p:cNvSpPr>
          <p:nvPr/>
        </p:nvSpPr>
        <p:spPr>
          <a:xfrm>
            <a:off x="742950" y="3009900"/>
            <a:ext cx="685800" cy="57150"/>
          </a:xfrm>
          <a:prstGeom prst="rect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66FE53BD-D748-4031-B8C8-38BC92117101}"/>
              </a:ext>
            </a:extLst>
          </p:cNvPr>
          <p:cNvSpPr>
            <a:spLocks noGrp="1"/>
          </p:cNvSpPr>
          <p:nvPr/>
        </p:nvSpPr>
        <p:spPr>
          <a:xfrm>
            <a:off x="742950" y="3352800"/>
            <a:ext cx="323850" cy="323850"/>
          </a:xfrm>
          <a:prstGeom prst="ellipse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D6D17F-ADDD-4CF8-A449-12FFA1AAACB1}"/>
              </a:ext>
            </a:extLst>
          </p:cNvPr>
          <p:cNvSpPr>
            <a:spLocks noGrp="1"/>
          </p:cNvSpPr>
          <p:nvPr/>
        </p:nvSpPr>
        <p:spPr>
          <a:xfrm>
            <a:off x="742950" y="3362325"/>
            <a:ext cx="323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171A2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425" b="1">
                <a:solidFill>
                  <a:srgbClr val="171A20"/>
                </a:solidFill>
                <a:latin typeface="Arial" panose="020B0604020202020204" pitchFamily="34" charset="0"/>
                <a:ea typeface="Malgun Gothic"/>
                <a:cs typeface="Malgun Gothic"/>
              </a:rPr>
              <a:t>1</a:t>
            </a:r>
            <a:endParaRPr lang="en-US" sz="1425" b="1" dirty="0">
              <a:solidFill>
                <a:srgbClr val="171A2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61F8196-8CFA-47FF-928F-9FCB8B7D669D}"/>
              </a:ext>
            </a:extLst>
          </p:cNvPr>
          <p:cNvSpPr>
            <a:spLocks noGrp="1"/>
          </p:cNvSpPr>
          <p:nvPr/>
        </p:nvSpPr>
        <p:spPr>
          <a:xfrm>
            <a:off x="1200150" y="33337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상태 확인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BDFB9E-91D9-4D08-B7A5-59B583CE64C0}"/>
              </a:ext>
            </a:extLst>
          </p:cNvPr>
          <p:cNvSpPr>
            <a:spLocks noGrp="1"/>
          </p:cNvSpPr>
          <p:nvPr/>
        </p:nvSpPr>
        <p:spPr>
          <a:xfrm>
            <a:off x="1200150" y="365760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Malgun Gothic"/>
              </a:rPr>
              <a:t>Missing</a:t>
            </a: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이면 설치가 필요합니다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  <a:sym typeface="Arial" panose="020B0604020202020204" pitchFamily="34" charset="0"/>
              </a:rPr>
              <a:t>.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0B3D4D8B-D3B2-4833-9CF8-711195F7C0E4}"/>
              </a:ext>
            </a:extLst>
          </p:cNvPr>
          <p:cNvSpPr>
            <a:spLocks noGrp="1"/>
          </p:cNvSpPr>
          <p:nvPr/>
        </p:nvSpPr>
        <p:spPr>
          <a:xfrm>
            <a:off x="742950" y="4019550"/>
            <a:ext cx="323850" cy="323850"/>
          </a:xfrm>
          <a:prstGeom prst="ellipse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8408508-CB6A-44F5-BC9E-69CEF0C94952}"/>
              </a:ext>
            </a:extLst>
          </p:cNvPr>
          <p:cNvSpPr>
            <a:spLocks noGrp="1"/>
          </p:cNvSpPr>
          <p:nvPr/>
        </p:nvSpPr>
        <p:spPr>
          <a:xfrm>
            <a:off x="742950" y="4029075"/>
            <a:ext cx="323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171A2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425" b="1">
                <a:solidFill>
                  <a:srgbClr val="171A20"/>
                </a:solidFill>
                <a:latin typeface="Arial" panose="020B0604020202020204" pitchFamily="34" charset="0"/>
                <a:ea typeface="Malgun Gothic"/>
                <a:cs typeface="Malgun Gothic"/>
              </a:rPr>
              <a:t>2</a:t>
            </a:r>
            <a:endParaRPr lang="en-US" sz="1425" b="1" dirty="0">
              <a:solidFill>
                <a:srgbClr val="171A2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3BBA823-655A-4A80-AE58-C64FA9F0CEBC}"/>
              </a:ext>
            </a:extLst>
          </p:cNvPr>
          <p:cNvSpPr>
            <a:spLocks noGrp="1"/>
          </p:cNvSpPr>
          <p:nvPr/>
        </p:nvSpPr>
        <p:spPr>
          <a:xfrm>
            <a:off x="1200150" y="400050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800" b="1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Malgun Gothic"/>
              </a:rPr>
              <a:t>Install</a:t>
            </a:r>
            <a:r>
              <a:rPr lang="ko-KR" altLang="en-US" sz="180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sz="1800" b="1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Malgun Gothic"/>
              </a:rPr>
              <a:t>Missing</a:t>
            </a:r>
            <a:endParaRPr lang="en-US" sz="1800" b="1" dirty="0">
              <a:solidFill>
                <a:srgbClr val="1F2933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C34D529-6925-4CE4-9011-A74D7C9455D0}"/>
              </a:ext>
            </a:extLst>
          </p:cNvPr>
          <p:cNvSpPr>
            <a:spLocks noGrp="1"/>
          </p:cNvSpPr>
          <p:nvPr/>
        </p:nvSpPr>
        <p:spPr>
          <a:xfrm>
            <a:off x="1200150" y="432435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빠진 항목만 설치합니다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.</a:t>
            </a: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EB0E15BA-4ACA-41E0-8231-0706D8466987}"/>
              </a:ext>
            </a:extLst>
          </p:cNvPr>
          <p:cNvSpPr>
            <a:spLocks noGrp="1"/>
          </p:cNvSpPr>
          <p:nvPr/>
        </p:nvSpPr>
        <p:spPr>
          <a:xfrm>
            <a:off x="742950" y="4686300"/>
            <a:ext cx="323850" cy="323850"/>
          </a:xfrm>
          <a:prstGeom prst="ellipse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DEC1723-3EB1-4FF0-A2A1-1FDB4C444065}"/>
              </a:ext>
            </a:extLst>
          </p:cNvPr>
          <p:cNvSpPr>
            <a:spLocks noGrp="1"/>
          </p:cNvSpPr>
          <p:nvPr/>
        </p:nvSpPr>
        <p:spPr>
          <a:xfrm>
            <a:off x="742950" y="4695825"/>
            <a:ext cx="323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171A2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425" b="1">
                <a:solidFill>
                  <a:srgbClr val="171A20"/>
                </a:solidFill>
                <a:latin typeface="Arial" panose="020B0604020202020204" pitchFamily="34" charset="0"/>
                <a:ea typeface="Malgun Gothic"/>
                <a:cs typeface="Malgun Gothic"/>
              </a:rPr>
              <a:t>3</a:t>
            </a:r>
            <a:endParaRPr lang="en-US" sz="1425" b="1" dirty="0">
              <a:solidFill>
                <a:srgbClr val="171A2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B6F92B7-43C4-4BEB-9104-3E9828A56F96}"/>
              </a:ext>
            </a:extLst>
          </p:cNvPr>
          <p:cNvSpPr>
            <a:spLocks noGrp="1"/>
          </p:cNvSpPr>
          <p:nvPr/>
        </p:nvSpPr>
        <p:spPr>
          <a:xfrm>
            <a:off x="1200150" y="46672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800" b="1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Malgun Gothic"/>
              </a:rPr>
              <a:t>Refresh</a:t>
            </a:r>
            <a:endParaRPr lang="en-US" sz="1800" b="1" dirty="0">
              <a:solidFill>
                <a:srgbClr val="1F2933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6945CD1-AEB3-4AA3-B0AD-8E441AEB140E}"/>
              </a:ext>
            </a:extLst>
          </p:cNvPr>
          <p:cNvSpPr>
            <a:spLocks noGrp="1"/>
          </p:cNvSpPr>
          <p:nvPr/>
        </p:nvSpPr>
        <p:spPr>
          <a:xfrm>
            <a:off x="1200150" y="499110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설치 후 다시 확인합니다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.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241EC68-3B66-4814-9865-52B816ABEF93}"/>
              </a:ext>
            </a:extLst>
          </p:cNvPr>
          <p:cNvSpPr>
            <a:spLocks noGrp="1"/>
          </p:cNvSpPr>
          <p:nvPr/>
        </p:nvSpPr>
        <p:spPr>
          <a:xfrm>
            <a:off x="685800" y="6362700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8A938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125" b="1" err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McpForUnity</a:t>
            </a:r>
            <a:r>
              <a:rPr lang="ko-KR" altLang="en-US" sz="1125" b="0">
                <a:solidFill>
                  <a:srgbClr val="8A9380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sz="1125" b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Agent</a:t>
            </a:r>
            <a:r>
              <a:rPr lang="ko-KR" altLang="en-US" sz="1125" b="0">
                <a:solidFill>
                  <a:srgbClr val="8A9380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sz="1125" b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Quickstart</a:t>
            </a:r>
            <a:endParaRPr lang="en-US" sz="1125" b="1" dirty="0">
              <a:solidFill>
                <a:srgbClr val="8A938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D522BD3-D88F-4EFC-BE6D-9CD08DD34556}"/>
              </a:ext>
            </a:extLst>
          </p:cNvPr>
          <p:cNvSpPr>
            <a:spLocks noGrp="1"/>
          </p:cNvSpPr>
          <p:nvPr/>
        </p:nvSpPr>
        <p:spPr>
          <a:xfrm>
            <a:off x="10953750" y="63055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8A938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650" b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05</a:t>
            </a:r>
            <a:endParaRPr lang="en-US" sz="1650" b="1" dirty="0">
              <a:solidFill>
                <a:srgbClr val="8A938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5982261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413BEF-C533-475F-B76B-E66A3B0AA15D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7524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1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3150" b="1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Malgun Gothic"/>
              </a:rPr>
              <a:t>3</a:t>
            </a:r>
            <a:r>
              <a:rPr lang="en-US" altLang="ko-KR" sz="3150" b="1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  <a:sym typeface="Arial" panose="020B0604020202020204" pitchFamily="34" charset="0"/>
              </a:rPr>
              <a:t>.</a:t>
            </a:r>
            <a:r>
              <a:rPr lang="ko-KR" altLang="en-US" sz="315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altLang="ko-KR" sz="3150" b="1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Malgun Gothic"/>
              </a:rPr>
              <a:t>Unity</a:t>
            </a:r>
            <a:r>
              <a:rPr lang="ko-KR" altLang="en-US" sz="315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프로젝트에 </a:t>
            </a:r>
            <a:r>
              <a:rPr lang="ko-KR" altLang="en-US" sz="3150" dirty="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플러그인 추가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7C7CAA2-608E-48F2-9C03-C2D81B3F10CC}"/>
              </a:ext>
            </a:extLst>
          </p:cNvPr>
          <p:cNvSpPr>
            <a:spLocks noGrp="1"/>
          </p:cNvSpPr>
          <p:nvPr/>
        </p:nvSpPr>
        <p:spPr>
          <a:xfrm>
            <a:off x="704850" y="1104900"/>
            <a:ext cx="723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500" b="1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Malgun Gothic"/>
              </a:rPr>
              <a:t>MCP</a:t>
            </a:r>
            <a:r>
              <a:rPr lang="ko-KR" altLang="en-US" sz="150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서버랑 </a:t>
            </a:r>
            <a:r>
              <a:rPr lang="en-US" altLang="ko-KR" sz="1500" b="1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Malgun Gothic"/>
              </a:rPr>
              <a:t>Unity</a:t>
            </a:r>
            <a:r>
              <a:rPr lang="ko-KR" altLang="en-US" sz="150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에디터를 </a:t>
            </a:r>
            <a:r>
              <a:rPr lang="ko-KR" altLang="en-US" sz="150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연결해주는 플러그인 패키지를 설치합니다</a:t>
            </a:r>
            <a:r>
              <a:rPr lang="en-US" altLang="ko-KR" sz="1500" b="1" dirty="0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  <a:sym typeface="Arial" panose="020B0604020202020204" pitchFamily="34" charset="0"/>
              </a:rPr>
              <a:t>.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2708978-E4CA-4DB6-8F0E-625195653044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1143000" cy="57150"/>
          </a:xfrm>
          <a:prstGeom prst="rect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758E6E1-7939-4051-9BCD-2BE0714296FF}"/>
              </a:ext>
            </a:extLst>
          </p:cNvPr>
          <p:cNvSpPr>
            <a:spLocks noGrp="1"/>
          </p:cNvSpPr>
          <p:nvPr/>
        </p:nvSpPr>
        <p:spPr>
          <a:xfrm>
            <a:off x="742950" y="2019300"/>
            <a:ext cx="409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650" dirty="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왜 필요한가요</a:t>
            </a:r>
            <a:r>
              <a:rPr lang="en-US" altLang="ko-KR" sz="1650" dirty="0">
                <a:solidFill>
                  <a:srgbClr val="1F2933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?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AB293C2-189C-4C95-BF7E-F14335E6201B}"/>
              </a:ext>
            </a:extLst>
          </p:cNvPr>
          <p:cNvSpPr>
            <a:spLocks noGrp="1"/>
          </p:cNvSpPr>
          <p:nvPr/>
        </p:nvSpPr>
        <p:spPr>
          <a:xfrm>
            <a:off x="742950" y="234315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이 단계를 건너뛰면 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Malgun Gothic"/>
              </a:rPr>
              <a:t>AI</a:t>
            </a: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는 </a:t>
            </a:r>
            <a:r>
              <a:rPr lang="ko-KR" altLang="en-US" sz="1350" dirty="0" err="1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씬과</a:t>
            </a: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오브젝트를 읽거나 다룰 수 없습니다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7356A74-0719-499D-9174-FFEC783B8E11}"/>
              </a:ext>
            </a:extLst>
          </p:cNvPr>
          <p:cNvSpPr>
            <a:spLocks noGrp="1"/>
          </p:cNvSpPr>
          <p:nvPr/>
        </p:nvSpPr>
        <p:spPr>
          <a:xfrm>
            <a:off x="742950" y="3009900"/>
            <a:ext cx="685800" cy="57150"/>
          </a:xfrm>
          <a:prstGeom prst="rect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9D05A3D-3F2D-40C1-8E6D-5336E664A9CE}"/>
              </a:ext>
            </a:extLst>
          </p:cNvPr>
          <p:cNvSpPr>
            <a:spLocks noGrp="1"/>
          </p:cNvSpPr>
          <p:nvPr/>
        </p:nvSpPr>
        <p:spPr>
          <a:xfrm>
            <a:off x="742950" y="3352800"/>
            <a:ext cx="323850" cy="323850"/>
          </a:xfrm>
          <a:prstGeom prst="ellipse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E2E334F-6288-4B79-82E6-F576DCE9FBD1}"/>
              </a:ext>
            </a:extLst>
          </p:cNvPr>
          <p:cNvSpPr>
            <a:spLocks noGrp="1"/>
          </p:cNvSpPr>
          <p:nvPr/>
        </p:nvSpPr>
        <p:spPr>
          <a:xfrm>
            <a:off x="742950" y="3362325"/>
            <a:ext cx="323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171A2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425" b="1">
                <a:solidFill>
                  <a:srgbClr val="171A20"/>
                </a:solidFill>
                <a:latin typeface="Arial" panose="020B0604020202020204" pitchFamily="34" charset="0"/>
                <a:ea typeface="Malgun Gothic"/>
                <a:cs typeface="Malgun Gothic"/>
              </a:rPr>
              <a:t>1</a:t>
            </a:r>
            <a:endParaRPr lang="en-US" sz="1425" b="1" dirty="0">
              <a:solidFill>
                <a:srgbClr val="171A2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414DE78-CA79-4B02-9F14-5AE0595BD682}"/>
              </a:ext>
            </a:extLst>
          </p:cNvPr>
          <p:cNvSpPr>
            <a:spLocks noGrp="1"/>
          </p:cNvSpPr>
          <p:nvPr/>
        </p:nvSpPr>
        <p:spPr>
          <a:xfrm>
            <a:off x="1200150" y="33337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프로젝트 폴더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62E9087-B77C-4226-BC69-0AB916C2D717}"/>
              </a:ext>
            </a:extLst>
          </p:cNvPr>
          <p:cNvSpPr>
            <a:spLocks noGrp="1"/>
          </p:cNvSpPr>
          <p:nvPr/>
        </p:nvSpPr>
        <p:spPr>
          <a:xfrm>
            <a:off x="1200150" y="365760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350" b="1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Malgun Gothic"/>
              </a:rPr>
              <a:t>Unity</a:t>
            </a:r>
            <a:r>
              <a:rPr lang="ko-KR" altLang="en-US" sz="135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altLang="ko-KR" sz="1350" b="1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Malgun Gothic"/>
              </a:rPr>
              <a:t>Project</a:t>
            </a:r>
            <a:r>
              <a:rPr lang="ko-KR" altLang="en-US" sz="135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폴더입니다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  <a:sym typeface="Arial" panose="020B0604020202020204" pitchFamily="34" charset="0"/>
              </a:rPr>
              <a:t>.</a:t>
            </a: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9B389DA9-B8EC-48F5-BC71-BC5380183A84}"/>
              </a:ext>
            </a:extLst>
          </p:cNvPr>
          <p:cNvSpPr>
            <a:spLocks noGrp="1"/>
          </p:cNvSpPr>
          <p:nvPr/>
        </p:nvSpPr>
        <p:spPr>
          <a:xfrm>
            <a:off x="742950" y="4019550"/>
            <a:ext cx="323850" cy="323850"/>
          </a:xfrm>
          <a:prstGeom prst="ellipse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0119D8B-2E2E-463D-BCEC-C7B50E73BDCC}"/>
              </a:ext>
            </a:extLst>
          </p:cNvPr>
          <p:cNvSpPr>
            <a:spLocks noGrp="1"/>
          </p:cNvSpPr>
          <p:nvPr/>
        </p:nvSpPr>
        <p:spPr>
          <a:xfrm>
            <a:off x="742950" y="4029075"/>
            <a:ext cx="323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171A2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425" b="1">
                <a:solidFill>
                  <a:srgbClr val="171A20"/>
                </a:solidFill>
                <a:latin typeface="Arial" panose="020B0604020202020204" pitchFamily="34" charset="0"/>
                <a:ea typeface="Malgun Gothic"/>
                <a:cs typeface="Malgun Gothic"/>
              </a:rPr>
              <a:t>2</a:t>
            </a:r>
            <a:endParaRPr lang="en-US" sz="1425" b="1" dirty="0">
              <a:solidFill>
                <a:srgbClr val="171A2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1964A00-A641-4444-AE41-C8709FD8C0D3}"/>
              </a:ext>
            </a:extLst>
          </p:cNvPr>
          <p:cNvSpPr>
            <a:spLocks noGrp="1"/>
          </p:cNvSpPr>
          <p:nvPr/>
        </p:nvSpPr>
        <p:spPr>
          <a:xfrm>
            <a:off x="1200150" y="400050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찾아보기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3E85EF2-729B-470A-AEB9-271FD559CC2A}"/>
              </a:ext>
            </a:extLst>
          </p:cNvPr>
          <p:cNvSpPr>
            <a:spLocks noGrp="1"/>
          </p:cNvSpPr>
          <p:nvPr/>
        </p:nvSpPr>
        <p:spPr>
          <a:xfrm>
            <a:off x="1200150" y="432435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폴더를 직접 고릅니다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.</a:t>
            </a: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6EF5703-9B5F-4145-810E-20CA1A1CB895}"/>
              </a:ext>
            </a:extLst>
          </p:cNvPr>
          <p:cNvSpPr>
            <a:spLocks noGrp="1"/>
          </p:cNvSpPr>
          <p:nvPr/>
        </p:nvSpPr>
        <p:spPr>
          <a:xfrm>
            <a:off x="742950" y="4686300"/>
            <a:ext cx="323850" cy="323850"/>
          </a:xfrm>
          <a:prstGeom prst="ellipse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0B69EED-232A-41AB-B8E9-9145E474432F}"/>
              </a:ext>
            </a:extLst>
          </p:cNvPr>
          <p:cNvSpPr>
            <a:spLocks noGrp="1"/>
          </p:cNvSpPr>
          <p:nvPr/>
        </p:nvSpPr>
        <p:spPr>
          <a:xfrm>
            <a:off x="742950" y="4695825"/>
            <a:ext cx="323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171A2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425" b="1">
                <a:solidFill>
                  <a:srgbClr val="171A20"/>
                </a:solidFill>
                <a:latin typeface="Arial" panose="020B0604020202020204" pitchFamily="34" charset="0"/>
                <a:ea typeface="Malgun Gothic"/>
                <a:cs typeface="Malgun Gothic"/>
              </a:rPr>
              <a:t>3</a:t>
            </a:r>
            <a:endParaRPr lang="en-US" sz="1425" b="1" dirty="0">
              <a:solidFill>
                <a:srgbClr val="171A2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766700E-BC4B-4849-ADED-18C580909647}"/>
              </a:ext>
            </a:extLst>
          </p:cNvPr>
          <p:cNvSpPr>
            <a:spLocks noGrp="1"/>
          </p:cNvSpPr>
          <p:nvPr/>
        </p:nvSpPr>
        <p:spPr>
          <a:xfrm>
            <a:off x="1200150" y="46672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800" b="1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Malgun Gothic"/>
              </a:rPr>
              <a:t>Install</a:t>
            </a:r>
            <a:endParaRPr lang="en-US" sz="1800" b="1" dirty="0">
              <a:solidFill>
                <a:srgbClr val="1F2933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02F2C23-CAF7-401E-A2DD-5558A0DF01B4}"/>
              </a:ext>
            </a:extLst>
          </p:cNvPr>
          <p:cNvSpPr>
            <a:spLocks noGrp="1"/>
          </p:cNvSpPr>
          <p:nvPr/>
        </p:nvSpPr>
        <p:spPr>
          <a:xfrm>
            <a:off x="1200150" y="499110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350" b="1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Malgun Gothic"/>
              </a:rPr>
              <a:t>Unity</a:t>
            </a:r>
            <a:r>
              <a:rPr lang="ko-KR" altLang="en-US" sz="135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패키지를 </a:t>
            </a: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추가합니다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  <a:sym typeface="Arial" panose="020B0604020202020204" pitchFamily="34" charset="0"/>
              </a:rPr>
              <a:t>.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29EF88B0-E518-47E0-A397-220A1C4853B4}"/>
              </a:ext>
            </a:extLst>
          </p:cNvPr>
          <p:cNvSpPr>
            <a:spLocks noGrp="1"/>
          </p:cNvSpPr>
          <p:nvPr/>
        </p:nvSpPr>
        <p:spPr>
          <a:xfrm>
            <a:off x="5105400" y="2609850"/>
            <a:ext cx="6191250" cy="1809750"/>
          </a:xfrm>
          <a:prstGeom prst="roundRect">
            <a:avLst>
              <a:gd name="adj" fmla="val 8421"/>
            </a:avLst>
          </a:prstGeom>
          <a:solidFill>
            <a:srgbClr val="FFFDF7"/>
          </a:solidFill>
          <a:ln w="9525">
            <a:solidFill>
              <a:srgbClr val="DED8C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42" name="그림 4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238750" y="2879351"/>
            <a:ext cx="5924550" cy="1270749"/>
          </a:xfrm>
          <a:prstGeom prst="roundRect">
            <a:avLst>
              <a:gd name="adj" fmla="val 7792"/>
            </a:avLst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B8BFB082-16C1-48AB-9D65-944B2867422F}"/>
              </a:ext>
            </a:extLst>
          </p:cNvPr>
          <p:cNvSpPr>
            <a:spLocks noGrp="1"/>
          </p:cNvSpPr>
          <p:nvPr/>
        </p:nvSpPr>
        <p:spPr>
          <a:xfrm>
            <a:off x="685800" y="6362700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8A938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125" b="1" err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McpForUnity</a:t>
            </a:r>
            <a:r>
              <a:rPr lang="ko-KR" altLang="en-US" sz="1125" b="0">
                <a:solidFill>
                  <a:srgbClr val="8A9380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sz="1125" b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Agent</a:t>
            </a:r>
            <a:r>
              <a:rPr lang="ko-KR" altLang="en-US" sz="1125" b="0">
                <a:solidFill>
                  <a:srgbClr val="8A9380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sz="1125" b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Quickstart</a:t>
            </a:r>
            <a:endParaRPr lang="en-US" sz="1125" b="1" dirty="0">
              <a:solidFill>
                <a:srgbClr val="8A938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5658ACC-1696-4DBB-8357-2A3E0E19F62D}"/>
              </a:ext>
            </a:extLst>
          </p:cNvPr>
          <p:cNvSpPr>
            <a:spLocks noGrp="1"/>
          </p:cNvSpPr>
          <p:nvPr/>
        </p:nvSpPr>
        <p:spPr>
          <a:xfrm>
            <a:off x="10953750" y="63055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8A938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650" b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06</a:t>
            </a:r>
            <a:endParaRPr lang="en-US" sz="1650" b="1" dirty="0">
              <a:solidFill>
                <a:srgbClr val="8A938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434689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F499A44-BE17-4B06-898F-0D451BBACAF0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7524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3150" b="1" dirty="0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Malgun Gothic"/>
              </a:rPr>
              <a:t>4</a:t>
            </a:r>
            <a:r>
              <a:rPr sz="3150" b="1" dirty="0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  <a:sym typeface="Malgun Gothic" panose="020B0503020000020004" pitchFamily="34" charset="-127"/>
              </a:rPr>
              <a:t>.</a:t>
            </a:r>
            <a:r>
              <a:rPr lang="ko-KR" altLang="en-US" sz="3150" dirty="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sz="3150" b="1" dirty="0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Malgun Gothic"/>
              </a:rPr>
              <a:t>AI</a:t>
            </a:r>
            <a:r>
              <a:rPr lang="ko-KR" altLang="en-US" sz="3150" dirty="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도구와 연동하기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7E056E6-8002-451A-ABC3-B87C741F442F}"/>
              </a:ext>
            </a:extLst>
          </p:cNvPr>
          <p:cNvSpPr>
            <a:spLocks noGrp="1"/>
          </p:cNvSpPr>
          <p:nvPr/>
        </p:nvSpPr>
        <p:spPr>
          <a:xfrm>
            <a:off x="704850" y="1104900"/>
            <a:ext cx="723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00" b="1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Malgun Gothic"/>
              </a:rPr>
              <a:t>MCP</a:t>
            </a:r>
            <a:r>
              <a:rPr lang="ko-KR" altLang="en-US" sz="150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서버를 </a:t>
            </a:r>
            <a:r>
              <a:rPr lang="en-US" altLang="ko-KR" sz="1500" b="1" dirty="0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Malgun Gothic"/>
              </a:rPr>
              <a:t>Codex</a:t>
            </a:r>
            <a:r>
              <a:rPr lang="ko-KR" altLang="en-US" sz="150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와 </a:t>
            </a:r>
            <a:r>
              <a:rPr lang="ko-KR" altLang="en-US" sz="150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같은 </a:t>
            </a:r>
            <a:r>
              <a:rPr lang="en-US" altLang="ko-KR" sz="1500" b="1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Malgun Gothic"/>
              </a:rPr>
              <a:t>AI</a:t>
            </a:r>
            <a:r>
              <a:rPr lang="ko-KR" altLang="en-US" sz="150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도구에 </a:t>
            </a:r>
            <a:r>
              <a:rPr lang="ko-KR" altLang="en-US" sz="150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등록해야 합니다</a:t>
            </a:r>
            <a:r>
              <a:rPr lang="en-US" altLang="ko-KR" sz="1500" b="1" dirty="0">
                <a:solidFill>
                  <a:srgbClr val="5F6B7A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  <a:sym typeface="Arial" panose="020B0604020202020204" pitchFamily="34" charset="0"/>
              </a:rPr>
              <a:t>.</a:t>
            </a:r>
            <a:endParaRPr sz="1500" b="1" dirty="0">
              <a:solidFill>
                <a:srgbClr val="5F6B7A"/>
              </a:solidFill>
              <a:latin typeface="Arial" panose="020B0604020202020204" pitchFamily="34" charset="0"/>
              <a:ea typeface="Malgun Gothic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0720AAF-57DA-42D3-A809-51E5C8847DC6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1143000" cy="57150"/>
          </a:xfrm>
          <a:prstGeom prst="rect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E6F2FB07-B3C4-44A9-B685-21F7E5FEC432}"/>
              </a:ext>
            </a:extLst>
          </p:cNvPr>
          <p:cNvSpPr>
            <a:spLocks noGrp="1"/>
          </p:cNvSpPr>
          <p:nvPr/>
        </p:nvSpPr>
        <p:spPr>
          <a:xfrm>
            <a:off x="5067300" y="1790700"/>
            <a:ext cx="6477000" cy="4038600"/>
          </a:xfrm>
          <a:prstGeom prst="roundRect">
            <a:avLst>
              <a:gd name="adj" fmla="val 3774"/>
            </a:avLst>
          </a:prstGeom>
          <a:solidFill>
            <a:srgbClr val="FFFDF7"/>
          </a:solidFill>
          <a:ln w="9525">
            <a:solidFill>
              <a:srgbClr val="DED8C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7" name="그림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279246" y="1924050"/>
            <a:ext cx="6053109" cy="3771900"/>
          </a:xfrm>
          <a:prstGeom prst="roundRect">
            <a:avLst>
              <a:gd name="adj" fmla="val 3030"/>
            </a:avLst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B37E4570-B1F3-4CFE-B215-3937F8800B4E}"/>
              </a:ext>
            </a:extLst>
          </p:cNvPr>
          <p:cNvSpPr>
            <a:spLocks noGrp="1"/>
          </p:cNvSpPr>
          <p:nvPr/>
        </p:nvSpPr>
        <p:spPr>
          <a:xfrm>
            <a:off x="742950" y="2019300"/>
            <a:ext cx="409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650" dirty="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왜 </a:t>
            </a:r>
            <a:r>
              <a:rPr lang="ko-KR" altLang="en-US" sz="1650" dirty="0" err="1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필요한가요</a:t>
            </a:r>
            <a:r>
              <a:rPr sz="1650" b="1" dirty="0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  <a:sym typeface="Malgun Gothic" panose="020B0503020000020004" pitchFamily="34" charset="-127"/>
              </a:rPr>
              <a:t>?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B07D24F-FD21-4065-B3CB-B6E25DB66132}"/>
              </a:ext>
            </a:extLst>
          </p:cNvPr>
          <p:cNvSpPr>
            <a:spLocks noGrp="1"/>
          </p:cNvSpPr>
          <p:nvPr/>
        </p:nvSpPr>
        <p:spPr>
          <a:xfrm>
            <a:off x="742950" y="234315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이 설정을 </a:t>
            </a:r>
            <a:r>
              <a:rPr lang="ko-KR" altLang="en-US" sz="135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빼먹으면</a:t>
            </a:r>
            <a:r>
              <a:rPr lang="en-US" altLang="ko-KR" sz="1350" b="1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,</a:t>
            </a:r>
            <a:r>
              <a:rPr lang="ko-KR" altLang="en-US" sz="135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 </a:t>
            </a:r>
            <a:r>
              <a:rPr lang="en-US" altLang="ko-KR" sz="1350" b="1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AI</a:t>
            </a: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가 우리 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MCP</a:t>
            </a: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서버에 어떻게 접근하는지 몰라서 헤매요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F804A4B-C0C5-40FA-A589-146B55C900D6}"/>
              </a:ext>
            </a:extLst>
          </p:cNvPr>
          <p:cNvSpPr>
            <a:spLocks noGrp="1"/>
          </p:cNvSpPr>
          <p:nvPr/>
        </p:nvSpPr>
        <p:spPr>
          <a:xfrm>
            <a:off x="742950" y="3009900"/>
            <a:ext cx="685800" cy="57150"/>
          </a:xfrm>
          <a:prstGeom prst="rect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DD58D353-BB43-4A12-9AF3-077749AFA054}"/>
              </a:ext>
            </a:extLst>
          </p:cNvPr>
          <p:cNvSpPr>
            <a:spLocks noGrp="1"/>
          </p:cNvSpPr>
          <p:nvPr/>
        </p:nvSpPr>
        <p:spPr>
          <a:xfrm>
            <a:off x="742950" y="3352800"/>
            <a:ext cx="323850" cy="323850"/>
          </a:xfrm>
          <a:prstGeom prst="ellipse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5F508B4-6463-4471-9C90-D7C7BE83F11B}"/>
              </a:ext>
            </a:extLst>
          </p:cNvPr>
          <p:cNvSpPr>
            <a:spLocks noGrp="1"/>
          </p:cNvSpPr>
          <p:nvPr/>
        </p:nvSpPr>
        <p:spPr>
          <a:xfrm>
            <a:off x="742950" y="3362325"/>
            <a:ext cx="323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171A2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425" b="1">
                <a:solidFill>
                  <a:srgbClr val="171A20"/>
                </a:solidFill>
                <a:latin typeface="Arial" panose="020B0604020202020204" pitchFamily="34" charset="0"/>
                <a:ea typeface="Malgun Gothic"/>
                <a:cs typeface="Malgun Gothic"/>
              </a:rPr>
              <a:t>1</a:t>
            </a:r>
            <a:endParaRPr lang="en-US" sz="1425" b="1" dirty="0">
              <a:solidFill>
                <a:srgbClr val="171A2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E0C32F2-0C6D-4EB8-B48D-08464F444D31}"/>
              </a:ext>
            </a:extLst>
          </p:cNvPr>
          <p:cNvSpPr>
            <a:spLocks noGrp="1"/>
          </p:cNvSpPr>
          <p:nvPr/>
        </p:nvSpPr>
        <p:spPr>
          <a:xfrm>
            <a:off x="1200150" y="33337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800" b="1" dirty="0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Malgun Gothic"/>
              </a:rPr>
              <a:t>Client</a:t>
            </a:r>
            <a:r>
              <a:rPr lang="ko-KR" altLang="en-US" sz="1800" dirty="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탭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781B6B5-E7A5-42E8-AD53-3B84D748B019}"/>
              </a:ext>
            </a:extLst>
          </p:cNvPr>
          <p:cNvSpPr>
            <a:spLocks noGrp="1"/>
          </p:cNvSpPr>
          <p:nvPr/>
        </p:nvSpPr>
        <p:spPr>
          <a:xfrm>
            <a:off x="1200150" y="365760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설정 </a:t>
            </a:r>
            <a:r>
              <a:rPr lang="ko-KR" altLang="en-US" sz="135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가능한 </a:t>
            </a:r>
            <a:r>
              <a:rPr lang="en-US" altLang="ko-KR" sz="1350" b="1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Malgun Gothic"/>
              </a:rPr>
              <a:t>AI</a:t>
            </a:r>
            <a:r>
              <a:rPr lang="ko-KR" altLang="en-US" sz="135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도구들을 </a:t>
            </a: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모두 봅니다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.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0841E71-CE8E-4E3D-A06A-2AC8A8FF0F3B}"/>
              </a:ext>
            </a:extLst>
          </p:cNvPr>
          <p:cNvSpPr>
            <a:spLocks noGrp="1"/>
          </p:cNvSpPr>
          <p:nvPr/>
        </p:nvSpPr>
        <p:spPr>
          <a:xfrm>
            <a:off x="742950" y="4019550"/>
            <a:ext cx="323850" cy="323850"/>
          </a:xfrm>
          <a:prstGeom prst="ellipse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B56E3C5-1362-4403-96AF-D8A952FFE824}"/>
              </a:ext>
            </a:extLst>
          </p:cNvPr>
          <p:cNvSpPr>
            <a:spLocks noGrp="1"/>
          </p:cNvSpPr>
          <p:nvPr/>
        </p:nvSpPr>
        <p:spPr>
          <a:xfrm>
            <a:off x="742950" y="4029075"/>
            <a:ext cx="323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171A2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425" b="1">
                <a:solidFill>
                  <a:srgbClr val="171A20"/>
                </a:solidFill>
                <a:latin typeface="Arial" panose="020B0604020202020204" pitchFamily="34" charset="0"/>
                <a:ea typeface="Malgun Gothic"/>
                <a:cs typeface="Malgun Gothic"/>
              </a:rPr>
              <a:t>2</a:t>
            </a:r>
            <a:endParaRPr lang="en-US" sz="1425" b="1" dirty="0">
              <a:solidFill>
                <a:srgbClr val="171A2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B38E6F2-5440-481E-B814-3403423C1749}"/>
              </a:ext>
            </a:extLst>
          </p:cNvPr>
          <p:cNvSpPr>
            <a:spLocks noGrp="1"/>
          </p:cNvSpPr>
          <p:nvPr/>
        </p:nvSpPr>
        <p:spPr>
          <a:xfrm>
            <a:off x="1200150" y="400050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한 번에 설정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C25651A-EF26-43B5-B72C-4DFEA7B6965F}"/>
              </a:ext>
            </a:extLst>
          </p:cNvPr>
          <p:cNvSpPr>
            <a:spLocks noGrp="1"/>
          </p:cNvSpPr>
          <p:nvPr/>
        </p:nvSpPr>
        <p:spPr>
          <a:xfrm>
            <a:off x="1200150" y="432435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이걸 누르면 한번에 모든 도구의 연동이 끝나요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.</a:t>
            </a: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1544B452-5876-4C54-8902-599027C86EC5}"/>
              </a:ext>
            </a:extLst>
          </p:cNvPr>
          <p:cNvSpPr>
            <a:spLocks noGrp="1"/>
          </p:cNvSpPr>
          <p:nvPr/>
        </p:nvSpPr>
        <p:spPr>
          <a:xfrm>
            <a:off x="742950" y="4686300"/>
            <a:ext cx="323850" cy="323850"/>
          </a:xfrm>
          <a:prstGeom prst="ellipse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B3C295B-13BD-4EE8-B8F9-8695E9BFF4C4}"/>
              </a:ext>
            </a:extLst>
          </p:cNvPr>
          <p:cNvSpPr>
            <a:spLocks noGrp="1"/>
          </p:cNvSpPr>
          <p:nvPr/>
        </p:nvSpPr>
        <p:spPr>
          <a:xfrm>
            <a:off x="742950" y="4695825"/>
            <a:ext cx="323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171A2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425" b="1">
                <a:solidFill>
                  <a:srgbClr val="171A20"/>
                </a:solidFill>
                <a:latin typeface="Arial" panose="020B0604020202020204" pitchFamily="34" charset="0"/>
                <a:ea typeface="Malgun Gothic"/>
                <a:cs typeface="Malgun Gothic"/>
              </a:rPr>
              <a:t>3</a:t>
            </a:r>
            <a:endParaRPr lang="en-US" sz="1425" b="1" dirty="0">
              <a:solidFill>
                <a:srgbClr val="171A2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EE75C4-03B7-4CF2-9480-92693E839270}"/>
              </a:ext>
            </a:extLst>
          </p:cNvPr>
          <p:cNvSpPr>
            <a:spLocks noGrp="1"/>
          </p:cNvSpPr>
          <p:nvPr/>
        </p:nvSpPr>
        <p:spPr>
          <a:xfrm>
            <a:off x="1200150" y="46672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b="1">
                <a:solidFill>
                  <a:srgbClr val="1F2933"/>
                </a:solidFill>
                <a:latin typeface="Arial" panose="020B0604020202020204" pitchFamily="34" charset="0"/>
                <a:ea typeface="Malgun Gothic"/>
                <a:cs typeface="Malgun Gothic"/>
              </a:rPr>
              <a:t>Configured</a:t>
            </a:r>
            <a:r>
              <a:rPr lang="ko-KR" altLang="en-US">
                <a:solidFill>
                  <a:srgbClr val="1F2933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확인</a:t>
            </a:r>
            <a:endParaRPr lang="ko-KR" altLang="en-US" dirty="0">
              <a:solidFill>
                <a:srgbClr val="1F2933"/>
              </a:solidFill>
              <a:latin typeface="HY견고딕" panose="02030600000101010101" pitchFamily="18" charset="-127"/>
              <a:ea typeface="HY견고딕" panose="02030600000101010101" pitchFamily="18" charset="-127"/>
              <a:cs typeface="Malgun Gothic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EAF481C-5D79-4A1C-8929-82422BF30475}"/>
              </a:ext>
            </a:extLst>
          </p:cNvPr>
          <p:cNvSpPr>
            <a:spLocks noGrp="1"/>
          </p:cNvSpPr>
          <p:nvPr/>
        </p:nvSpPr>
        <p:spPr>
          <a:xfrm>
            <a:off x="1200150" y="499110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행을 더블 클릭해서 그 도구만 연동할 수 </a:t>
            </a:r>
            <a:r>
              <a:rPr lang="ko-KR" altLang="en-US" sz="135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있어요</a:t>
            </a:r>
            <a:r>
              <a:rPr lang="en-US" altLang="ko-KR" sz="1350" b="1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.</a:t>
            </a:r>
            <a:endParaRPr lang="ko-KR" altLang="en-US" sz="1350">
              <a:solidFill>
                <a:srgbClr val="5F6B7A"/>
              </a:solidFill>
              <a:latin typeface="HY견고딕" panose="02030600000101010101" pitchFamily="18" charset="-127"/>
              <a:ea typeface="HY견고딕" panose="02030600000101010101" pitchFamily="18" charset="-127"/>
              <a:cs typeface="Arial" panose="020B0604020202020204" pitchFamily="34" charset="0"/>
              <a:sym typeface="HY견고딕" panose="02030600000101010101" pitchFamily="18" charset="-127"/>
            </a:endParaRPr>
          </a:p>
          <a:p>
            <a:pPr>
              <a:defRPr sz="1350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초록색으로 </a:t>
            </a:r>
            <a:r>
              <a:rPr lang="ko-KR" altLang="en-US" sz="1350" dirty="0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변하면 </a:t>
            </a:r>
            <a:r>
              <a:rPr lang="ko-KR" altLang="en-US" sz="1350" dirty="0" err="1">
                <a:solidFill>
                  <a:srgbClr val="5F6B7A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연동된거에요</a:t>
            </a:r>
            <a:r>
              <a:rPr lang="en-US" altLang="ko-KR" sz="1350" b="1" dirty="0">
                <a:solidFill>
                  <a:srgbClr val="5F6B7A"/>
                </a:solidFill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  <a:sym typeface="HY견고딕" panose="02030600000101010101" pitchFamily="18" charset="-127"/>
              </a:rPr>
              <a:t>.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DAA31F3-26E8-4FBE-843E-260BD2165FC4}"/>
              </a:ext>
            </a:extLst>
          </p:cNvPr>
          <p:cNvSpPr>
            <a:spLocks noGrp="1"/>
          </p:cNvSpPr>
          <p:nvPr/>
        </p:nvSpPr>
        <p:spPr>
          <a:xfrm>
            <a:off x="685800" y="6362700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8A938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125" b="1" err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McpForUnity</a:t>
            </a:r>
            <a:r>
              <a:rPr lang="ko-KR" altLang="en-US" sz="1125" b="0">
                <a:solidFill>
                  <a:srgbClr val="8A9380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sz="1125" b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Agent</a:t>
            </a:r>
            <a:r>
              <a:rPr lang="ko-KR" altLang="en-US" sz="1125" b="0">
                <a:solidFill>
                  <a:srgbClr val="8A9380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sz="1125" b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Quickstart</a:t>
            </a:r>
            <a:endParaRPr lang="en-US" sz="1125" b="1" dirty="0">
              <a:solidFill>
                <a:srgbClr val="8A938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F11DF3C-D5BD-481D-BEB6-171D340CD020}"/>
              </a:ext>
            </a:extLst>
          </p:cNvPr>
          <p:cNvSpPr>
            <a:spLocks noGrp="1"/>
          </p:cNvSpPr>
          <p:nvPr/>
        </p:nvSpPr>
        <p:spPr>
          <a:xfrm>
            <a:off x="10953750" y="63055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8A938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650" b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07</a:t>
            </a:r>
            <a:endParaRPr lang="en-US" sz="1650" b="1" dirty="0">
              <a:solidFill>
                <a:srgbClr val="8A938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7219840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6C143-B2BA-43F5-992B-46C9EB5900BF}"/>
              </a:ext>
            </a:extLst>
          </p:cNvPr>
          <p:cNvSpPr>
            <a:spLocks noGrp="1"/>
          </p:cNvSpPr>
          <p:nvPr/>
        </p:nvSpPr>
        <p:spPr>
          <a:xfrm>
            <a:off x="685800" y="742950"/>
            <a:ext cx="60007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4050" dirty="0">
                <a:solidFill>
                  <a:srgbClr val="FFFFFF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설치 후에는</a:t>
            </a:r>
          </a:p>
          <a:p>
            <a:pPr>
              <a:def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4050" dirty="0">
                <a:solidFill>
                  <a:srgbClr val="FFFFFF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이 상태만</a:t>
            </a:r>
          </a:p>
          <a:p>
            <a:pPr>
              <a:def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4050" dirty="0">
                <a:solidFill>
                  <a:srgbClr val="FFFFFF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유지하면 됩니다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B0A39F9-4AAA-4C55-82B3-AE145F7E3C1A}"/>
              </a:ext>
            </a:extLst>
          </p:cNvPr>
          <p:cNvSpPr>
            <a:spLocks noGrp="1"/>
          </p:cNvSpPr>
          <p:nvPr/>
        </p:nvSpPr>
        <p:spPr>
          <a:xfrm>
            <a:off x="723900" y="2800350"/>
            <a:ext cx="1524000" cy="57150"/>
          </a:xfrm>
          <a:prstGeom prst="rect">
            <a:avLst/>
          </a:prstGeom>
          <a:solidFill>
            <a:srgbClr val="2FB36D"/>
          </a:solidFill>
          <a:ln w="0">
            <a:solidFill>
              <a:srgbClr val="2FB36D"/>
            </a:solidFill>
            <a:prstDash val="solid"/>
          </a:ln>
        </p:spPr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A3D6543-FFEB-49ED-AF38-8B463FC001DB}"/>
              </a:ext>
            </a:extLst>
          </p:cNvPr>
          <p:cNvSpPr>
            <a:spLocks noGrp="1"/>
          </p:cNvSpPr>
          <p:nvPr/>
        </p:nvSpPr>
        <p:spPr>
          <a:xfrm>
            <a:off x="800100" y="3533775"/>
            <a:ext cx="114300" cy="114300"/>
          </a:xfrm>
          <a:prstGeom prst="ellipse">
            <a:avLst/>
          </a:prstGeom>
          <a:solidFill>
            <a:srgbClr val="2FB36D"/>
          </a:solidFill>
          <a:ln w="0">
            <a:solidFill>
              <a:srgbClr val="2FB36D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306942C-6FC2-462A-94E1-D3329B7A2232}"/>
              </a:ext>
            </a:extLst>
          </p:cNvPr>
          <p:cNvSpPr>
            <a:spLocks noGrp="1"/>
          </p:cNvSpPr>
          <p:nvPr/>
        </p:nvSpPr>
        <p:spPr>
          <a:xfrm>
            <a:off x="1066800" y="3448050"/>
            <a:ext cx="619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950" b="0">
                <a:solidFill>
                  <a:srgbClr val="DBE4EE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950" b="1" dirty="0">
                <a:solidFill>
                  <a:srgbClr val="DBE4EE"/>
                </a:solidFill>
                <a:latin typeface="Arial" panose="020B0604020202020204" pitchFamily="34" charset="0"/>
                <a:ea typeface="Malgun Gothic"/>
                <a:cs typeface="Malgun Gothic"/>
              </a:rPr>
              <a:t>Unity</a:t>
            </a:r>
            <a:r>
              <a:rPr lang="ko-KR" altLang="en-US" sz="1950" dirty="0">
                <a:solidFill>
                  <a:srgbClr val="DBE4EE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를 열기 전에 </a:t>
            </a:r>
            <a:r>
              <a:rPr lang="en-US" altLang="ko-KR" sz="1950" b="1" dirty="0">
                <a:solidFill>
                  <a:srgbClr val="DBE4EE"/>
                </a:solidFill>
                <a:latin typeface="Arial" panose="020B0604020202020204" pitchFamily="34" charset="0"/>
                <a:ea typeface="Malgun Gothic"/>
                <a:cs typeface="Malgun Gothic"/>
              </a:rPr>
              <a:t>Agent</a:t>
            </a:r>
            <a:r>
              <a:rPr lang="ko-KR" altLang="en-US" sz="1950" dirty="0">
                <a:solidFill>
                  <a:srgbClr val="DBE4EE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가 켜져 있는지 확인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82274B2-9558-44B8-BE78-713B5699EEBC}"/>
              </a:ext>
            </a:extLst>
          </p:cNvPr>
          <p:cNvSpPr>
            <a:spLocks noGrp="1"/>
          </p:cNvSpPr>
          <p:nvPr/>
        </p:nvSpPr>
        <p:spPr>
          <a:xfrm>
            <a:off x="800100" y="4124325"/>
            <a:ext cx="114300" cy="114300"/>
          </a:xfrm>
          <a:prstGeom prst="ellipse">
            <a:avLst/>
          </a:prstGeom>
          <a:solidFill>
            <a:srgbClr val="FFD43B"/>
          </a:solidFill>
          <a:ln w="0">
            <a:solidFill>
              <a:srgbClr val="FFD43B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3859A86-AE31-4078-8309-08E0B27D1DD9}"/>
              </a:ext>
            </a:extLst>
          </p:cNvPr>
          <p:cNvSpPr>
            <a:spLocks noGrp="1"/>
          </p:cNvSpPr>
          <p:nvPr/>
        </p:nvSpPr>
        <p:spPr>
          <a:xfrm>
            <a:off x="1066800" y="4038600"/>
            <a:ext cx="619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950" b="0">
                <a:solidFill>
                  <a:srgbClr val="DBE4EE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950" dirty="0">
                <a:solidFill>
                  <a:srgbClr val="DBE4EE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문제가 있으면 작업표시줄 </a:t>
            </a:r>
            <a:r>
              <a:rPr lang="ko-KR" altLang="en-US" sz="1950">
                <a:solidFill>
                  <a:srgbClr val="DBE4EE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트레이에서 </a:t>
            </a:r>
            <a:r>
              <a:rPr lang="en-US" altLang="ko-KR" sz="1950" b="1">
                <a:solidFill>
                  <a:srgbClr val="DBE4EE"/>
                </a:solidFill>
                <a:latin typeface="Arial" panose="020B0604020202020204" pitchFamily="34" charset="0"/>
                <a:ea typeface="HY견고딕" panose="02030600000101010101" pitchFamily="18" charset="-127"/>
                <a:cs typeface="Malgun Gothic"/>
              </a:rPr>
              <a:t>Restart</a:t>
            </a:r>
            <a:r>
              <a:rPr lang="ko-KR" altLang="en-US" sz="1950">
                <a:solidFill>
                  <a:srgbClr val="DBE4EE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클릭</a:t>
            </a:r>
            <a:endParaRPr lang="en-US" altLang="ko-KR" sz="1950" dirty="0">
              <a:solidFill>
                <a:srgbClr val="DBE4EE"/>
              </a:solidFill>
              <a:latin typeface="HY견고딕" panose="02030600000101010101" pitchFamily="18" charset="-127"/>
              <a:ea typeface="HY견고딕" panose="02030600000101010101" pitchFamily="18" charset="-127"/>
              <a:cs typeface="Malgun Gothic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578EBD8-DCB0-4CFD-932D-7B0189FD1AFE}"/>
              </a:ext>
            </a:extLst>
          </p:cNvPr>
          <p:cNvSpPr>
            <a:spLocks noGrp="1"/>
          </p:cNvSpPr>
          <p:nvPr/>
        </p:nvSpPr>
        <p:spPr>
          <a:xfrm>
            <a:off x="800100" y="4714875"/>
            <a:ext cx="114300" cy="114300"/>
          </a:xfrm>
          <a:prstGeom prst="ellipse">
            <a:avLst/>
          </a:prstGeom>
          <a:solidFill>
            <a:srgbClr val="2F80ED"/>
          </a:solidFill>
          <a:ln w="0">
            <a:solidFill>
              <a:srgbClr val="2F80ED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EF25A0B-ED16-43CC-8477-E5F734CFE71E}"/>
              </a:ext>
            </a:extLst>
          </p:cNvPr>
          <p:cNvSpPr>
            <a:spLocks noGrp="1"/>
          </p:cNvSpPr>
          <p:nvPr/>
        </p:nvSpPr>
        <p:spPr>
          <a:xfrm>
            <a:off x="1066800" y="4629150"/>
            <a:ext cx="619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950" b="0">
                <a:solidFill>
                  <a:srgbClr val="DBE4EE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950" dirty="0">
                <a:solidFill>
                  <a:srgbClr val="DBE4EE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계속 안 </a:t>
            </a:r>
            <a:r>
              <a:rPr lang="ko-KR" altLang="en-US" sz="1950">
                <a:solidFill>
                  <a:srgbClr val="DBE4EE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되면 </a:t>
            </a:r>
            <a:r>
              <a:rPr lang="en-US" altLang="ko-KR" sz="1950" b="1">
                <a:solidFill>
                  <a:srgbClr val="DBE4EE"/>
                </a:solidFill>
                <a:latin typeface="Arial" panose="020B0604020202020204" pitchFamily="34" charset="0"/>
                <a:ea typeface="HY견고딕" panose="02030600000101010101" pitchFamily="18" charset="-127"/>
                <a:cs typeface="Malgun Gothic"/>
              </a:rPr>
              <a:t>Console</a:t>
            </a:r>
            <a:r>
              <a:rPr lang="ko-KR" altLang="en-US" sz="1950">
                <a:solidFill>
                  <a:srgbClr val="DBE4EE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로그 </a:t>
            </a:r>
            <a:r>
              <a:rPr lang="ko-KR" altLang="en-US" sz="1950" dirty="0">
                <a:solidFill>
                  <a:srgbClr val="DBE4EE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확인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51CDFAC3-7B8B-4F57-9C29-2034F79B8F1C}"/>
              </a:ext>
            </a:extLst>
          </p:cNvPr>
          <p:cNvSpPr>
            <a:spLocks noGrp="1"/>
          </p:cNvSpPr>
          <p:nvPr/>
        </p:nvSpPr>
        <p:spPr>
          <a:xfrm>
            <a:off x="8096250" y="1352550"/>
            <a:ext cx="2381250" cy="3143250"/>
          </a:xfrm>
          <a:prstGeom prst="roundRect">
            <a:avLst>
              <a:gd name="adj" fmla="val 6400"/>
            </a:avLst>
          </a:prstGeom>
          <a:solidFill>
            <a:srgbClr val="222832"/>
          </a:solidFill>
          <a:ln w="9525">
            <a:solidFill>
              <a:srgbClr val="DED8C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3" name="그림 2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534400" y="1937094"/>
            <a:ext cx="1504950" cy="1897962"/>
          </a:xfrm>
          <a:prstGeom prst="roundRect">
            <a:avLst>
              <a:gd name="adj" fmla="val 7595"/>
            </a:avLst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00FCAC9C-8531-4B64-8B09-83AF6CF4D160}"/>
              </a:ext>
            </a:extLst>
          </p:cNvPr>
          <p:cNvSpPr>
            <a:spLocks noGrp="1"/>
          </p:cNvSpPr>
          <p:nvPr/>
        </p:nvSpPr>
        <p:spPr>
          <a:xfrm>
            <a:off x="685800" y="6362700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8A938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125" b="1" err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McpForUnity</a:t>
            </a:r>
            <a:r>
              <a:rPr lang="ko-KR" altLang="en-US" sz="1125" b="0">
                <a:solidFill>
                  <a:srgbClr val="8A9380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sz="1125" b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Agent</a:t>
            </a:r>
            <a:r>
              <a:rPr lang="ko-KR" altLang="en-US" sz="1125" b="0">
                <a:solidFill>
                  <a:srgbClr val="8A9380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"/>
              </a:rPr>
              <a:t> </a:t>
            </a:r>
            <a:r>
              <a:rPr lang="en-US" sz="1125" b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Quickstart</a:t>
            </a:r>
            <a:endParaRPr lang="en-US" sz="1125" b="1" dirty="0">
              <a:solidFill>
                <a:srgbClr val="8A938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6D50659-9E74-4B71-BB22-233A0323A6AC}"/>
              </a:ext>
            </a:extLst>
          </p:cNvPr>
          <p:cNvSpPr>
            <a:spLocks noGrp="1"/>
          </p:cNvSpPr>
          <p:nvPr/>
        </p:nvSpPr>
        <p:spPr>
          <a:xfrm>
            <a:off x="10953750" y="63055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8A9380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650" b="1">
                <a:solidFill>
                  <a:srgbClr val="8A9380"/>
                </a:solidFill>
                <a:latin typeface="Arial" panose="020B0604020202020204" pitchFamily="34" charset="0"/>
                <a:ea typeface="Malgun Gothic"/>
                <a:cs typeface="Malgun Gothic"/>
              </a:rPr>
              <a:t>08</a:t>
            </a:r>
            <a:endParaRPr lang="en-US" sz="1650" b="1" dirty="0">
              <a:solidFill>
                <a:srgbClr val="8A9380"/>
              </a:solidFill>
              <a:latin typeface="Arial" panose="020B0604020202020204" pitchFamily="34" charset="0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3125629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356</Words>
  <Application>Microsoft Office PowerPoint</Application>
  <DocSecurity>0</DocSecurity>
  <PresentationFormat>와이드스크린</PresentationFormat>
  <Paragraphs>93</Paragraphs>
  <Slides>7</Slides>
  <Notes>7</Notes>
  <HiddenSlides>0</HiddenSlides>
  <MMClips>0</MMClips>
  <ScaleCrop>false</ScaleCrop>
  <HeadingPairs>
    <vt:vector size="8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HY견고딕</vt:lpstr>
      <vt:lpstr>Arial</vt:lpstr>
      <vt:lpstr>Calibri</vt:lpstr>
      <vt:lpstr>ChatGPT</vt:lpstr>
      <vt:lpstr>패키지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성빈 최</cp:lastModifiedBy>
  <cp:revision>118</cp:revision>
  <dcterms:created xsi:type="dcterms:W3CDTF">2026-06-29T16:44:08Z</dcterms:created>
  <dcterms:modified xsi:type="dcterms:W3CDTF">2026-06-29T17:52:07Z</dcterms:modified>
</cp:coreProperties>
</file>