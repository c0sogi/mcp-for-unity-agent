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5881ba103a475b" /><Relationship Type="http://schemas.openxmlformats.org/officeDocument/2006/relationships/extended-properties" Target="/docProps/app.xml" Id="Rb09225d090264429" /><Relationship Type="http://schemas.openxmlformats.org/officeDocument/2006/relationships/officeDocument" Target="/ppt/presentation.xml" Id="R5d928a656d2e4a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aeb7b402784797"/>
  </p:sldMasterIdLst>
  <p:notesMasterIdLst>
    <p:notesMasterId xmlns:r="http://schemas.openxmlformats.org/officeDocument/2006/relationships" r:id="R18d40c9cb0ac4990"/>
  </p:notesMasterIdLst>
  <p:sldIdLst>
    <p:sldId xmlns:r="http://schemas.openxmlformats.org/officeDocument/2006/relationships" id="256" r:id="R2efd83218dbe4f03"/>
    <p:sldId xmlns:r="http://schemas.openxmlformats.org/officeDocument/2006/relationships" id="257" r:id="R6ee29da22a034895"/>
    <p:sldId xmlns:r="http://schemas.openxmlformats.org/officeDocument/2006/relationships" id="258" r:id="R196bf1e6495840e2"/>
    <p:sldId xmlns:r="http://schemas.openxmlformats.org/officeDocument/2006/relationships" id="259" r:id="Rb8dcda257e9d43cb"/>
    <p:sldId xmlns:r="http://schemas.openxmlformats.org/officeDocument/2006/relationships" id="260" r:id="Raa26cf88aca04f3e"/>
    <p:sldId xmlns:r="http://schemas.openxmlformats.org/officeDocument/2006/relationships" id="261" r:id="R72cca835975b40d5"/>
    <p:sldId xmlns:r="http://schemas.openxmlformats.org/officeDocument/2006/relationships" id="262" r:id="R7c27903daab4473f"/>
    <p:sldId xmlns:r="http://schemas.openxmlformats.org/officeDocument/2006/relationships" id="263" r:id="Rc0bec440914140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4715dfe6d54de8" /><Relationship Type="http://schemas.openxmlformats.org/officeDocument/2006/relationships/slideMaster" Target="/ppt/slideMasters/slideMaster1.xml" Id="Ra5aeb7b402784797" /><Relationship Type="http://schemas.openxmlformats.org/officeDocument/2006/relationships/notesMaster" Target="/ppt/notesMasters/notesMaster1.xml" Id="R18d40c9cb0ac4990" /><Relationship Type="http://schemas.openxmlformats.org/officeDocument/2006/relationships/presProps" Target="/ppt/presProps.xml" Id="R9a252ebf8dbc4786" /><Relationship Type="http://schemas.openxmlformats.org/officeDocument/2006/relationships/tableStyles" Target="/ppt/tableStyles.xml" Id="Rd0bd3984543a449f" /><Relationship Type="http://schemas.openxmlformats.org/officeDocument/2006/relationships/slide" Target="/ppt/slides/slide1.xml" Id="R2efd83218dbe4f03" /><Relationship Type="http://schemas.openxmlformats.org/officeDocument/2006/relationships/slide" Target="/ppt/slides/slide2.xml" Id="R6ee29da22a034895" /><Relationship Type="http://schemas.openxmlformats.org/officeDocument/2006/relationships/slide" Target="/ppt/slides/slide3.xml" Id="R196bf1e6495840e2" /><Relationship Type="http://schemas.openxmlformats.org/officeDocument/2006/relationships/slide" Target="/ppt/slides/slide4.xml" Id="Rb8dcda257e9d43cb" /><Relationship Type="http://schemas.openxmlformats.org/officeDocument/2006/relationships/slide" Target="/ppt/slides/slide5.xml" Id="Raa26cf88aca04f3e" /><Relationship Type="http://schemas.openxmlformats.org/officeDocument/2006/relationships/slide" Target="/ppt/slides/slide6.xml" Id="R72cca835975b40d5" /><Relationship Type="http://schemas.openxmlformats.org/officeDocument/2006/relationships/slide" Target="/ppt/slides/slide7.xml" Id="R7c27903daab4473f" /><Relationship Type="http://schemas.openxmlformats.org/officeDocument/2006/relationships/slide" Target="/ppt/slides/slide8.xml" Id="Rc0bec440914140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2e19beb8a40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41f5c5999149b9" /><Relationship Type="http://schemas.openxmlformats.org/officeDocument/2006/relationships/notesMaster" Target="/ppt/notesMasters/notesMaster1.xml" Id="R277e28c014ee40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8c91bb66e14459" /><Relationship Type="http://schemas.openxmlformats.org/officeDocument/2006/relationships/notesMaster" Target="/ppt/notesMasters/notesMaster1.xml" Id="R82b938a5aaeb4a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ace4bc9a36425c" /><Relationship Type="http://schemas.openxmlformats.org/officeDocument/2006/relationships/notesMaster" Target="/ppt/notesMasters/notesMaster1.xml" Id="Rddd168f8ab2149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41b04756054940" /><Relationship Type="http://schemas.openxmlformats.org/officeDocument/2006/relationships/notesMaster" Target="/ppt/notesMasters/notesMaster1.xml" Id="R50d3b4ad357c4b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35a312fc6c4f6b" /><Relationship Type="http://schemas.openxmlformats.org/officeDocument/2006/relationships/notesMaster" Target="/ppt/notesMasters/notesMaster1.xml" Id="R5609dde0b17049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3b4b01c2cd45d8" /><Relationship Type="http://schemas.openxmlformats.org/officeDocument/2006/relationships/notesMaster" Target="/ppt/notesMasters/notesMaster1.xml" Id="Rc00fee1f5ae845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e9ed89597e47fc" /><Relationship Type="http://schemas.openxmlformats.org/officeDocument/2006/relationships/notesMaster" Target="/ppt/notesMasters/notesMaster1.xml" Id="Rc324136f510849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b989ba4dd04c4d" /><Relationship Type="http://schemas.openxmlformats.org/officeDocument/2006/relationships/notesMaster" Target="/ppt/notesMasters/notesMaster1.xml" Id="R51dc638390454c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94abca04840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583691fafe4494" /><Relationship Type="http://schemas.openxmlformats.org/officeDocument/2006/relationships/slideLayout" Target="/ppt/slideLayouts/slideLayout1.xml" Id="R2a931396bf1344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931396bf13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4e1560bdf472e" /><Relationship Type="http://schemas.openxmlformats.org/officeDocument/2006/relationships/image" Target="/ppt/media/image.gif" Id="R43b26c174e40471e" /><Relationship Type="http://schemas.openxmlformats.org/officeDocument/2006/relationships/notesSlide" Target="/ppt/notesSlides/notesSlide1.xml" Id="R2d1e7faf09e8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ab91f81dc45ce" /><Relationship Type="http://schemas.openxmlformats.org/officeDocument/2006/relationships/notesSlide" Target="/ppt/notesSlides/notesSlide2.xml" Id="R6e71dad6937c4c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b9dfe51664887" /><Relationship Type="http://schemas.openxmlformats.org/officeDocument/2006/relationships/notesSlide" Target="/ppt/notesSlides/notesSlide3.xml" Id="R8343e2fbd12545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19982976f4bc3" /><Relationship Type="http://schemas.openxmlformats.org/officeDocument/2006/relationships/image" Target="/ppt/media/image.png" Id="Ra09d3f413aa941ee" /><Relationship Type="http://schemas.openxmlformats.org/officeDocument/2006/relationships/notesSlide" Target="/ppt/notesSlides/notesSlide4.xml" Id="R705f96e87e4c47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710c3d08b4d1f" /><Relationship Type="http://schemas.openxmlformats.org/officeDocument/2006/relationships/image" Target="/ppt/media/image2.png" Id="Rae373fbba90a4970" /><Relationship Type="http://schemas.openxmlformats.org/officeDocument/2006/relationships/notesSlide" Target="/ppt/notesSlides/notesSlide5.xml" Id="R34c8d1d0d7644b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719b8530144d0" /><Relationship Type="http://schemas.openxmlformats.org/officeDocument/2006/relationships/image" Target="/ppt/media/image3.png" Id="R77c7e8dffedd4efc" /><Relationship Type="http://schemas.openxmlformats.org/officeDocument/2006/relationships/notesSlide" Target="/ppt/notesSlides/notesSlide6.xml" Id="Ra721db0d063f40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5f48ac1a44749" /><Relationship Type="http://schemas.openxmlformats.org/officeDocument/2006/relationships/image" Target="/ppt/media/image4.png" Id="Rdc6d7046ee934328" /><Relationship Type="http://schemas.openxmlformats.org/officeDocument/2006/relationships/notesSlide" Target="/ppt/notesSlides/notesSlide7.xml" Id="R0c0c8dbb604648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961dd2a52472e" /><Relationship Type="http://schemas.openxmlformats.org/officeDocument/2006/relationships/image" Target="/ppt/media/image5.png" Id="R4eaed92c98494418" /><Relationship Type="http://schemas.openxmlformats.org/officeDocument/2006/relationships/notesSlide" Target="/ppt/notesSlides/notesSlide8.xml" Id="R92e21d037bdf4a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A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311B8-3D03-4ED7-ADCC-9AD4EE8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666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AI가 Unity를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직접 다루게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해보세요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5738B-541C-4CD6-932F-47B51D7C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132A7-B11E-4E3F-A76E-6645C72D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E4E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BE4EE"/>
                </a:solidFill>
                <a:latin typeface="Malgun Gothic"/>
                <a:ea typeface="Malgun Gothic"/>
                <a:cs typeface="Malgun Gothic"/>
              </a:rPr>
              <a:t>McpForUnity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B6508-56B9-403F-B015-0E553248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7C2D0"/>
                </a:solidFill>
                <a:latin typeface="Malgun Gothic"/>
                <a:ea typeface="Malgun Gothic"/>
                <a:cs typeface="Malgun Gothic"/>
              </a:rPr>
              <a:t>Unity MCP는 AI가 씬을 보고, 에셋을 만들고,</a:t>
            </a:r>
          </a:p>
          <a:p xmlns:a="http://schemas.openxmlformats.org/drawingml/2006/main">
            <a:pPr algn="l">
              <a:defRPr sz="1725" b="0">
                <a:solidFill>
                  <a:srgbClr val="B7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7C2D0"/>
                </a:solidFill>
                <a:latin typeface="Malgun Gothic"/>
                <a:ea typeface="Malgun Gothic"/>
                <a:cs typeface="Malgun Gothic"/>
              </a:rPr>
              <a:t>에디터 작업을 이어가게 해줍니다.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4536E-8A24-4BC3-B3DB-4FC2B1D9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Agent로 설치와 연결을 빠르게 끝냅니다.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B8678-758B-45BE-9D6F-DDC7DB3F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911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222832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26c174e40471e"/>
          <a:srcRect xmlns:a="http://schemas.openxmlformats.org/drawingml/2006/main" l="0" t="6810" r="0" b="6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276350"/>
            <a:ext cx="4648200" cy="2609850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E3E6D-E837-4217-89B9-DC890553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FA0B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FA0B4"/>
                </a:solidFill>
                <a:latin typeface="Malgun Gothic"/>
                <a:ea typeface="Malgun Gothic"/>
                <a:cs typeface="Malgun Gothic"/>
              </a:rPr>
              <a:t>Demo: CoplayDev/unity-mcp README</a:t>
            </a:r>
          </a:p>
        </p:txBody>
      </p:sp>
    </p:spTree>
    <p:extLst>
      <p:ext uri="{BB962C8B-B14F-4D97-AF65-F5344CB8AC3E}">
        <p14:creationId xmlns:p14="http://schemas.microsoft.com/office/powerpoint/2010/main" val="1249602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E9FB3-9683-4540-AB43-8E895FBB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하고 싶은 일은 이미 분명합니다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64500-D7DC-41BA-B6B6-7C1E53CD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문제는 AI 도구가 Unity 안을 그냥 볼 수 없다는 점입니다.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68CD4-F887-4292-93B4-44798762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E2337-51B4-4404-89F4-44B51752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616F3-1685-42DA-93F4-3CE737F8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1B43C-8DFC-4036-B00B-E1D3EF02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DB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84C93-12EE-4EE6-B567-72853E09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지금 씬을</a:t>
            </a:r>
          </a:p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같이 보고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96E4F-614B-4F65-8F2F-517FB563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“왜 이 오브젝트가</a:t>
            </a:r>
          </a:p>
          <a:p xmlns:a="http://schemas.openxmlformats.org/drawingml/2006/main">
            <a:pPr algn="ctr">
              <a:def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안 보이지?”</a:t>
            </a:r>
          </a:p>
          <a:p xmlns:a="http://schemas.openxmlformats.org/drawingml/2006/main">
            <a:pPr algn="ctr">
              <a:def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“상태 좀 확인해줘”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85300-462D-4C47-9F06-78CD0310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574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반복 작업은</a:t>
            </a:r>
          </a:p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맡기고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7B743-386B-4131-A09C-0DA5B7BE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14700"/>
            <a:ext cx="2438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태그, 위치,</a:t>
            </a:r>
          </a:p>
          <a:p xmlns:a="http://schemas.openxmlformats.org/drawingml/2006/main">
            <a:pPr algn="ctr">
              <a:def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프리팹, 설정 확인처럼</a:t>
            </a:r>
          </a:p>
          <a:p xmlns:a="http://schemas.openxmlformats.org/drawingml/2006/main">
            <a:pPr algn="ctr">
              <a:def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손이 많이 가는 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E877B-F198-49BD-ACDC-CD82309F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시작 장벽은</a:t>
            </a:r>
          </a:p>
          <a:p xmlns:a="http://schemas.openxmlformats.org/drawingml/2006/main">
            <a:pPr algn="ctr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낮추고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78F66-E233-4264-8BA1-53716BC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2438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설치하고</a:t>
            </a:r>
          </a:p>
          <a:p xmlns:a="http://schemas.openxmlformats.org/drawingml/2006/main">
            <a:pPr algn="ctr">
              <a:def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AI 도구와 Unity를</a:t>
            </a:r>
          </a:p>
          <a:p xmlns:a="http://schemas.openxmlformats.org/drawingml/2006/main">
            <a:pPr algn="ctr">
              <a:def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바로 이어서</a:t>
            </a:r>
          </a:p>
          <a:p xmlns:a="http://schemas.openxmlformats.org/drawingml/2006/main">
            <a:pPr algn="ctr">
              <a:def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작업 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0510A-F970-4BE8-B0A3-48BF5C21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McpForUnity Agent는 Unity MCP를 처음 켜는 순간의 장벽을 낮춥니다.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5F063-7399-48B6-A953-55F3D423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McpForUnity Agent Quickstart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359B2-83D6-47CF-8D6B-B84F893C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8928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EDE7EF-7792-4168-801C-9B91B7DE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Agent는 시작 버튼에 가깝습니다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4C906-3A16-4D4F-98CD-2A8D4B3C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Unity MCP가 할 수 있는 일을 설치와 연결에서 막히지 않게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96E26-8AF7-4176-A18D-F02975AD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444DA-1512-4E86-B595-8871D12F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0955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9297B-CEB1-44A7-96DE-33C32087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0955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9DB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91E37-8BA4-4E92-8311-AC3D0CDE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0955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9DB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99C20-D4DB-48C4-A51A-0BC63986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0955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132D5-C695-4E71-B53C-8857FA55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AI 도구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CB409-E131-4D48-B749-A540D790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질문하고</a:t>
            </a:r>
          </a:p>
          <a:p xmlns:a="http://schemas.openxmlformats.org/drawingml/2006/main">
            <a:pPr algn="ctr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작업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7A11F-BACB-424B-AC27-2B6AD93C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908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7397A-AF66-4F28-941A-BC5A9AF6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설치와 실행을</a:t>
            </a:r>
          </a:p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트레이에서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3A589-7749-4AE9-BA9D-D31AAEC7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63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Unity</a:t>
            </a:r>
          </a:p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플러그인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6606E-AD26-4D2C-9D75-7CAD3423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7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프로젝트 안에서</a:t>
            </a:r>
          </a:p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AI 요청 수행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FB02F-6868-469B-8296-2A94D1C0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14600"/>
            <a:ext cx="163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Unity</a:t>
            </a:r>
          </a:p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프로젝트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9D673-F4D6-4EAF-86D1-2E6DC6E3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57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씬, 오브젝트,</a:t>
            </a:r>
          </a:p>
          <a:p xmlns:a="http://schemas.openxmlformats.org/drawingml/2006/main">
            <a:pPr algn="ctr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에디터 작업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07D7B-206E-4061-B92A-2FADA212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01C33-B879-402F-8FAD-70E03640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B8413-E3CD-4F80-9288-3C2DEE6A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45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73E8C-17C2-402F-AB18-652A70C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97917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707CB-321A-455B-9392-EE281997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53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플러그인은 왜 필요한가요?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7441D-4CD8-43F3-BBDA-10A5FB81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959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4E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BE4EE"/>
                </a:solidFill>
                <a:latin typeface="Malgun Gothic"/>
                <a:ea typeface="Malgun Gothic"/>
                <a:cs typeface="Malgun Gothic"/>
              </a:rPr>
              <a:t>AI가 실제 프로젝트 안을 읽고 작업하려면 Unity 쪽에도 연결 부품이 있어야 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76BAE-D634-4532-8B7C-5CB207A4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McpForUnity Agent Quickstart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546EA-9FE4-4CDF-84D5-3BD58B50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8886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9FCF0-18FB-4E2D-9F7E-C3706687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1. Agent 설치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11E01-AE37-4C21-B3B1-5F31BDB8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연결 서버를 Windows 트레이에서 관리할 앱을 설치합니다.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8443D-6FF5-4E1C-B71D-5D201BA8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761B9-2F1A-4F0B-A740-0A98AB1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66900"/>
            <a:ext cx="590550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d3f413aa941ee"/>
          <a:stretch xmlns:a="http://schemas.openxmlformats.org/drawingml/2006/main"/>
        </p:blipFill>
        <p:spPr>
          <a:xfrm xmlns:a="http://schemas.openxmlformats.org/drawingml/2006/main">
            <a:off x="5481648" y="2000250"/>
            <a:ext cx="5534004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C7246-69ED-4D5B-B793-DAE64DB2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왜 필요한가요?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61999-8FF2-4D45-806A-F6D5859E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Agent가 있어야 터미널 명령 대신 버튼으로 연결 서버를 켜고 끌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ABF2D-6E55-48CD-873D-C1D94A6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D3B2D-F7F7-4DA4-863E-3FE10875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241DE-AC45-469C-93BB-3EFD9726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6B0E5-58C8-41BC-9C6D-DB67780A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기본값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E92EB-FCA3-45F9-81EF-4D419FAB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경로와 인자는 바꾸지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16F9B-BAC0-46D4-900A-789F26E2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D76C1-E0F9-4616-B729-D3850A45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CE72A-3976-4EC6-A57E-48731C0D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Setup Dependencies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5BF71-4F58-46C3-87E7-5EAF03EA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uv와 Git 상태를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AA7BC-2C27-4082-8291-514EF3F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BBAD1-5A20-4506-9720-ABAB9535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9E51D-7573-4D65-B0D3-68C2CDDA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설치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BC276-0148-43B5-8056-20059AE2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트레이 앱을 등록합니다.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9F6C0-4164-4825-A3C8-DAAC7816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McpForUnity Agent Quickstart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A6928-3744-4C3D-861E-1E9E1CAF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9405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6487B-98D7-4093-A183-EFF1AC59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2. 실행 준비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0BDA7-6DEA-4F5F-900B-D9980CEA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Agent가 서버를 켜고 Unity 플러그인을 가져올 준비를 확인합니다.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548C5-228E-40DD-A2F3-E5987B69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5E60E-9CF3-442B-BEF9-BAACD7DE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90750"/>
            <a:ext cx="5810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73fbba90a4970"/>
          <a:stretch xmlns:a="http://schemas.openxmlformats.org/drawingml/2006/main"/>
        </p:blipFill>
        <p:spPr>
          <a:xfrm xmlns:a="http://schemas.openxmlformats.org/drawingml/2006/main">
            <a:off x="5334000" y="2582920"/>
            <a:ext cx="5543550" cy="1692161"/>
          </a:xfrm>
          <a:prstGeom xmlns:a="http://schemas.openxmlformats.org/drawingml/2006/main" prst="roundRect">
            <a:avLst>
              <a:gd name="adj" fmla="val 517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2E59A-863D-403D-AD8E-CC5F89F3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왜 필요한가요?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2F987-CE70-40DE-93E7-44E9F15B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이 준비가 빠지면 앱은 설치돼도 연결 서버가 시작되지 않거나 플러그인을 가져오지 못합니다.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27493-841C-4270-9F38-BED1FD7B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E53BD-D748-4031-B8C8-38BC9211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6D17F-ADDD-4CF8-A449-12FFA1AA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F8196-8CFA-47FF-928F-9FCB8B7D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상태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DFB9E-91D9-4D08-B7A5-59B583CE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Missing이면 설치가 필요합니다.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D4D8B-D3B2-4833-9CF8-711195F7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08508-CB6A-44F5-BC9E-69CEF0C9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BA823-655A-4A80-AE58-C64FA9F0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Install 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4D529-6925-4CE4-9011-A74D7C94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빠진 항목만 설치합니다.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E15BA-4ACA-41E0-8231-0706D846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C1723-3EB1-4FF0-A2A1-1FDB4C44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F92B7-43C4-4BEB-9104-3E9828A5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Refresh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45CD1-AEB3-4AA3-B0AD-8E441AEB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설치 후 다시 확인합니다.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1EC68-3B66-4814-9865-52B816AB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McpForUnity Agent Quickstart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22BD3-D88F-4EFC-BE6D-9CD08DD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8226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413BEF-C533-475F-B76B-E66A3B0A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3. Unity 프로젝트에 플러그인 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7CAA2-608E-48F2-9C03-C2D81B3F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AI가 Unity 안을 볼 수 있게 프로젝트 쪽 연결 부품을 넣습니다.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08978-E4CA-4DB6-8F0E-6251956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8E6E1-7939-4051-9BCD-2BE07142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왜 필요한가요?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293C2-189C-4C95-BF7E-F14335E6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이 단계를 건너뛰면 AI 도구는 씬과 오브젝트를 읽거나 다룰 수 없습니다.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56A74-0719-499D-9174-FFEC783B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05A3D-3F2D-40C1-8E6D-5336E66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E334F-6288-4B79-82E6-F576DCE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4DE78-CA79-4B02-9F14-5AE0595B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프로젝트 폴더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E9087-B77C-4226-BC69-0AB916C2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Assets가 있는 폴더입니다.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89DA9-B8EC-48F5-BC71-BC538018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19D8B-2E2E-463D-BCEC-C7B50E73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64A00-A641-4444-AE41-C8709FD8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찾아보기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85EF2-729B-470A-AEB9-271FD559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폴더를 직접 고릅니다.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F5703-9B5F-4145-810E-20CA1A1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69EED-232A-41AB-B8E9-9145E474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6700E-BC4B-4849-ADED-18C58090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F2C23-CAF7-401E-A2DD-5558A0DF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Unity 패키지를 추가합니다.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F88B0-E518-47E0-A397-220A1C48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619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7e8dffedd4efc"/>
          <a:stretch xmlns:a="http://schemas.openxmlformats.org/drawingml/2006/main"/>
        </p:blipFill>
        <p:spPr>
          <a:xfrm xmlns:a="http://schemas.openxmlformats.org/drawingml/2006/main">
            <a:off x="5238750" y="2879351"/>
            <a:ext cx="5924550" cy="1270749"/>
          </a:xfrm>
          <a:prstGeom xmlns:a="http://schemas.openxmlformats.org/drawingml/2006/main" prst="roundRect">
            <a:avLst>
              <a:gd name="adj" fmla="val 7792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FB082-16C1-48AB-9D65-944B286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McpForUnity Agent Quickstart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58ACC-1696-4DBB-8357-2A3E0E19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46899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499A44-BE17-4B06-898F-0D451BBA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4. AI 도구에 연결 주소 알려주기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056E6-8002-451A-ABC3-B87C741F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Codex, Cursor, VS Code가 Agent를 찾아가게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20AAF-57DA-42D3-A809-51E5C884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2FB07-B3C4-44A9-B685-21F7E5FE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90700"/>
            <a:ext cx="64770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d7046ee934328"/>
          <a:stretch xmlns:a="http://schemas.openxmlformats.org/drawingml/2006/main"/>
        </p:blipFill>
        <p:spPr>
          <a:xfrm xmlns:a="http://schemas.openxmlformats.org/drawingml/2006/main">
            <a:off x="5279246" y="1924050"/>
            <a:ext cx="6053109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E4570-B1F3-4CFE-B215-3937F880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왜 필요한가요?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7D24F-FD21-4065-B3CB-B6E25DB6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이 단계가 없으면 AI 도구는 Unity 연결 통로가 어디 있는지 몰라서 사용할 수 없습니다.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04A4B-C0C5-40FA-A589-146B55C9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8D353-BB43-4A12-9AF3-077749AF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508B4-6463-4471-9C90-D7C7BE83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C32F2-0C6D-4EB8-B48D-08464F44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Client 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1B6B5-E7A5-42E8-AD53-3B84D748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연결할 도구 목록을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41E71-CE8E-4E3D-A06A-2AC8A8FF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6E3C5-1362-4403-96AF-D8A952FF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8E6F2-5440-481E-B814-3403423C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한 번에 설정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5651A-EF26-43B5-B72C-4DFEA7B6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감지된 클라이언트를 설정합니다.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4B452-5876-4C54-8902-599027C8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C295B-13BD-4EE8-B8F9-8695E9BF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E75C4-03B7-4CF2-9480-92693E83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Configured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F481C-5D79-4A1C-8929-82422BF3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B7A"/>
                </a:solidFill>
                <a:latin typeface="Malgun Gothic"/>
                <a:ea typeface="Malgun Gothic"/>
                <a:cs typeface="Malgun Gothic"/>
              </a:rPr>
              <a:t>표시되면 준비 완료입니다.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A31F3-26E8-4FBE-843E-260BD216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McpForUnity Agent Quickstart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1DF3C-D5BD-481D-BEB6-171D340C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19840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A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6C143-B2BA-43F5-992B-46C9EB59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0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설치 후에는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상태만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유지하면 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A39F9-4AAA-4C55-82B3-AE145F7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36D"/>
          </a:solidFill>
          <a:ln xmlns:a="http://schemas.openxmlformats.org/drawingml/2006/main" w="0">
            <a:solidFill>
              <a:srgbClr val="2FB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D6543-FFEB-49ED-AF38-8B463FC0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36D"/>
          </a:solidFill>
          <a:ln xmlns:a="http://schemas.openxmlformats.org/drawingml/2006/main" w="0">
            <a:solidFill>
              <a:srgbClr val="2FB36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6942C-6FC2-462A-94E1-D3329B7A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BE4E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BE4EE"/>
                </a:solidFill>
                <a:latin typeface="Malgun Gothic"/>
                <a:ea typeface="Malgun Gothic"/>
                <a:cs typeface="Malgun Gothic"/>
              </a:rPr>
              <a:t>Unity를 열기 전에 Agent가 켜져 있는지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274B2-9558-44B8-BE78-713B569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solidFill>
              <a:srgbClr val="FFD4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59A86-AE31-4078-8309-08E0B27D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BE4E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BE4EE"/>
                </a:solidFill>
                <a:latin typeface="Malgun Gothic"/>
                <a:ea typeface="Malgun Gothic"/>
                <a:cs typeface="Malgun Gothic"/>
              </a:rPr>
              <a:t>문제가 있으면 트레이에서 Restart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8EBD8-DCB0-4CFD-932D-7B0189FD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25A0B-ED16-43CC-8477-E5F734C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BE4E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BE4EE"/>
                </a:solidFill>
                <a:latin typeface="Malgun Gothic"/>
                <a:ea typeface="Malgun Gothic"/>
                <a:cs typeface="Malgun Gothic"/>
              </a:rPr>
              <a:t>계속 안 되면 Console 로그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DFAC3-7B8B-4F57-9C29-2034F79B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52550"/>
            <a:ext cx="2381250" cy="3143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22832"/>
          </a:solidFill>
          <a:ln xmlns:a="http://schemas.openxmlformats.org/drawingml/2006/main" w="9525">
            <a:solidFill>
              <a:srgbClr val="DED8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ed92c98494418"/>
          <a:stretch xmlns:a="http://schemas.openxmlformats.org/drawingml/2006/main"/>
        </p:blipFill>
        <p:spPr>
          <a:xfrm xmlns:a="http://schemas.openxmlformats.org/drawingml/2006/main">
            <a:off x="8534400" y="1937094"/>
            <a:ext cx="1504950" cy="1897962"/>
          </a:xfrm>
          <a:prstGeom xmlns:a="http://schemas.openxmlformats.org/drawingml/2006/main" prst="roundRect">
            <a:avLst>
              <a:gd name="adj" fmla="val 759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861D7-CE43-455C-B927-685383D3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클라이언트에서 unityMCP가 보이면 사용할 준비가 된 상태입니다.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CAC9C-8531-4B64-8B09-83AF6CF4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McpForUnity Agent Quickstart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50659-9E74-4B71-BB22-233A0323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A93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1256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2026-06-29T16:44:08.1760000Z</dcterms:created>
  <dcterms:modified xsi:type="dcterms:W3CDTF">2026-06-29T16:44:08.1760000Z</dcterms:modified>
</coreProperties>
</file>